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svg" ContentType="image/svg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a9d8c9fac34bed" /><Relationship Type="http://schemas.openxmlformats.org/officeDocument/2006/relationships/extended-properties" Target="/docProps/app.xml" Id="R20e6c92b7d1946da" /><Relationship Type="http://schemas.openxmlformats.org/officeDocument/2006/relationships/officeDocument" Target="/ppt/presentation.xml" Id="R6e540b9504484766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f342592de4f4274"/>
  </p:sldMasterIdLst>
  <p:notesMasterIdLst>
    <p:notesMasterId xmlns:r="http://schemas.openxmlformats.org/officeDocument/2006/relationships" r:id="Rec4a6c89b3ba4bc1"/>
  </p:notesMasterIdLst>
  <p:sldIdLst>
    <p:sldId xmlns:r="http://schemas.openxmlformats.org/officeDocument/2006/relationships" id="256" r:id="Rdb8212133073495c"/>
    <p:sldId xmlns:r="http://schemas.openxmlformats.org/officeDocument/2006/relationships" id="257" r:id="R2cba9511dea44afb"/>
    <p:sldId xmlns:r="http://schemas.openxmlformats.org/officeDocument/2006/relationships" id="258" r:id="R9fb32842d23545a6"/>
    <p:sldId xmlns:r="http://schemas.openxmlformats.org/officeDocument/2006/relationships" id="259" r:id="Rb53ae4a6476c42b4"/>
    <p:sldId xmlns:r="http://schemas.openxmlformats.org/officeDocument/2006/relationships" id="260" r:id="Rbb432b1dec4749ad"/>
    <p:sldId xmlns:r="http://schemas.openxmlformats.org/officeDocument/2006/relationships" id="261" r:id="R5a93d23f309240ce"/>
    <p:sldId xmlns:r="http://schemas.openxmlformats.org/officeDocument/2006/relationships" id="262" r:id="R6a17f5a476a640a0"/>
    <p:sldId xmlns:r="http://schemas.openxmlformats.org/officeDocument/2006/relationships" id="263" r:id="R77a43a055bd841e3"/>
    <p:sldId xmlns:r="http://schemas.openxmlformats.org/officeDocument/2006/relationships" id="264" r:id="R4d82d44207eb43d1"/>
    <p:sldId xmlns:r="http://schemas.openxmlformats.org/officeDocument/2006/relationships" id="265" r:id="R45f0fe74c45046c6"/>
    <p:sldId xmlns:r="http://schemas.openxmlformats.org/officeDocument/2006/relationships" id="266" r:id="R3b49237f381049ba"/>
    <p:sldId xmlns:r="http://schemas.openxmlformats.org/officeDocument/2006/relationships" id="267" r:id="R857ea135bc1b492c"/>
    <p:sldId xmlns:r="http://schemas.openxmlformats.org/officeDocument/2006/relationships" id="268" r:id="R22870f6793ed4f73"/>
    <p:sldId xmlns:r="http://schemas.openxmlformats.org/officeDocument/2006/relationships" id="269" r:id="R964a74fc48b84cb3"/>
    <p:sldId xmlns:r="http://schemas.openxmlformats.org/officeDocument/2006/relationships" id="270" r:id="R90588e66a15c4c95"/>
    <p:sldId xmlns:r="http://schemas.openxmlformats.org/officeDocument/2006/relationships" id="271" r:id="Rf1186f18b6344e10"/>
    <p:sldId xmlns:r="http://schemas.openxmlformats.org/officeDocument/2006/relationships" id="272" r:id="R5ed46ab42b4b49d7"/>
    <p:sldId xmlns:r="http://schemas.openxmlformats.org/officeDocument/2006/relationships" id="273" r:id="R6f67a21505814c60"/>
    <p:sldId xmlns:r="http://schemas.openxmlformats.org/officeDocument/2006/relationships" id="274" r:id="Rf4639ca697b644e0"/>
  </p:sldIdLst>
  <p:sldSz cx="18288000" cy="10287000"/>
  <p:notesSz cx="6858000" cy="9144000"/>
  <p:embeddedFontLst>
    <p:embeddedFont>
      <p:font typeface="Codec Pro Bold"/>
      <p:regular xmlns:r="http://schemas.openxmlformats.org/officeDocument/2006/relationships" r:id="R6bff7fcdc1e2430b"/>
    </p:embeddedFont>
    <p:embeddedFont>
      <p:font typeface="Arimo Bold"/>
      <p:regular xmlns:r="http://schemas.openxmlformats.org/officeDocument/2006/relationships" r:id="Reab42811373a4324"/>
    </p:embeddedFont>
    <p:embeddedFont>
      <p:font typeface="Codec Pro Ultra-Bold"/>
      <p:regular xmlns:r="http://schemas.openxmlformats.org/officeDocument/2006/relationships" r:id="Ra462e99d01434889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71d6c6848914f1a" /><Relationship Type="http://schemas.openxmlformats.org/officeDocument/2006/relationships/slideMaster" Target="/ppt/slideMasters/slideMaster1.xml" Id="Rff342592de4f4274" /><Relationship Type="http://schemas.openxmlformats.org/officeDocument/2006/relationships/notesMaster" Target="/ppt/notesMasters/notesMaster1.xml" Id="Rec4a6c89b3ba4bc1" /><Relationship Type="http://schemas.openxmlformats.org/officeDocument/2006/relationships/presProps" Target="/ppt/presProps.xml" Id="R22d3fb046de44d5d" /><Relationship Type="http://schemas.openxmlformats.org/officeDocument/2006/relationships/viewProps" Target="/ppt/viewProps.xml" Id="Rafca89ec11be41a6" /><Relationship Type="http://schemas.openxmlformats.org/officeDocument/2006/relationships/tableStyles" Target="/ppt/tableStyles.xml" Id="Rfc4b8f3c4bdc4ad3" /><Relationship Type="http://schemas.openxmlformats.org/officeDocument/2006/relationships/font" Target="/ppt/fonts/font.dat" Id="R6bff7fcdc1e2430b" /><Relationship Type="http://schemas.openxmlformats.org/officeDocument/2006/relationships/font" Target="/ppt/fonts/font2.dat" Id="Reab42811373a4324" /><Relationship Type="http://schemas.openxmlformats.org/officeDocument/2006/relationships/font" Target="/ppt/fonts/font3.dat" Id="Ra462e99d01434889" /><Relationship Type="http://schemas.openxmlformats.org/officeDocument/2006/relationships/slide" Target="/ppt/slides/slide1.xml" Id="Rdb8212133073495c" /><Relationship Type="http://schemas.openxmlformats.org/officeDocument/2006/relationships/slide" Target="/ppt/slides/slide2.xml" Id="R2cba9511dea44afb" /><Relationship Type="http://schemas.openxmlformats.org/officeDocument/2006/relationships/slide" Target="/ppt/slides/slide3.xml" Id="R9fb32842d23545a6" /><Relationship Type="http://schemas.openxmlformats.org/officeDocument/2006/relationships/slide" Target="/ppt/slides/slide4.xml" Id="Rb53ae4a6476c42b4" /><Relationship Type="http://schemas.openxmlformats.org/officeDocument/2006/relationships/slide" Target="/ppt/slides/slide5.xml" Id="Rbb432b1dec4749ad" /><Relationship Type="http://schemas.openxmlformats.org/officeDocument/2006/relationships/slide" Target="/ppt/slides/slide6.xml" Id="R5a93d23f309240ce" /><Relationship Type="http://schemas.openxmlformats.org/officeDocument/2006/relationships/slide" Target="/ppt/slides/slide7.xml" Id="R6a17f5a476a640a0" /><Relationship Type="http://schemas.openxmlformats.org/officeDocument/2006/relationships/slide" Target="/ppt/slides/slide8.xml" Id="R77a43a055bd841e3" /><Relationship Type="http://schemas.openxmlformats.org/officeDocument/2006/relationships/slide" Target="/ppt/slides/slide9.xml" Id="R4d82d44207eb43d1" /><Relationship Type="http://schemas.openxmlformats.org/officeDocument/2006/relationships/slide" Target="/ppt/slides/slide10.xml" Id="R45f0fe74c45046c6" /><Relationship Type="http://schemas.openxmlformats.org/officeDocument/2006/relationships/slide" Target="/ppt/slides/slide11.xml" Id="R3b49237f381049ba" /><Relationship Type="http://schemas.openxmlformats.org/officeDocument/2006/relationships/slide" Target="/ppt/slides/slide12.xml" Id="R857ea135bc1b492c" /><Relationship Type="http://schemas.openxmlformats.org/officeDocument/2006/relationships/slide" Target="/ppt/slides/slide13.xml" Id="R22870f6793ed4f73" /><Relationship Type="http://schemas.openxmlformats.org/officeDocument/2006/relationships/slide" Target="/ppt/slides/slide14.xml" Id="R964a74fc48b84cb3" /><Relationship Type="http://schemas.openxmlformats.org/officeDocument/2006/relationships/slide" Target="/ppt/slides/slide15.xml" Id="R90588e66a15c4c95" /><Relationship Type="http://schemas.openxmlformats.org/officeDocument/2006/relationships/slide" Target="/ppt/slides/slide16.xml" Id="Rf1186f18b6344e10" /><Relationship Type="http://schemas.openxmlformats.org/officeDocument/2006/relationships/slide" Target="/ppt/slides/slide17.xml" Id="R5ed46ab42b4b49d7" /><Relationship Type="http://schemas.openxmlformats.org/officeDocument/2006/relationships/slide" Target="/ppt/slides/slide18.xml" Id="R6f67a21505814c60" /><Relationship Type="http://schemas.openxmlformats.org/officeDocument/2006/relationships/slide" Target="/ppt/slides/slide19.xml" Id="Rf4639ca697b644e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c0d8cdfca21415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3e4e331781455e" /><Relationship Type="http://schemas.openxmlformats.org/officeDocument/2006/relationships/notesMaster" Target="/ppt/notesMasters/notesMaster1.xml" Id="Ra9dc734e0baa453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c068dfcc304f7d" /><Relationship Type="http://schemas.openxmlformats.org/officeDocument/2006/relationships/notesMaster" Target="/ppt/notesMasters/notesMaster1.xml" Id="Red380e73331b47c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4aab20fd5845ec" /><Relationship Type="http://schemas.openxmlformats.org/officeDocument/2006/relationships/notesMaster" Target="/ppt/notesMasters/notesMaster1.xml" Id="Rce3943a87a8e48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562e5180034b92" /><Relationship Type="http://schemas.openxmlformats.org/officeDocument/2006/relationships/notesMaster" Target="/ppt/notesMasters/notesMaster1.xml" Id="R296b673888f940f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e344337df24719" /><Relationship Type="http://schemas.openxmlformats.org/officeDocument/2006/relationships/notesMaster" Target="/ppt/notesMasters/notesMaster1.xml" Id="R676bb2098bdc493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633ce6ef3f42b7" /><Relationship Type="http://schemas.openxmlformats.org/officeDocument/2006/relationships/notesMaster" Target="/ppt/notesMasters/notesMaster1.xml" Id="R1204c7c7c4584c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83e87f77ab64118" /><Relationship Type="http://schemas.openxmlformats.org/officeDocument/2006/relationships/notesMaster" Target="/ppt/notesMasters/notesMaster1.xml" Id="Rcf6e7cecd2de4a2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41042bd35544dae" /><Relationship Type="http://schemas.openxmlformats.org/officeDocument/2006/relationships/notesMaster" Target="/ppt/notesMasters/notesMaster1.xml" Id="Rcac57e0af61a414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3514c0ba2ba4892" /><Relationship Type="http://schemas.openxmlformats.org/officeDocument/2006/relationships/notesMaster" Target="/ppt/notesMasters/notesMaster1.xml" Id="R4dd7d1d88c82497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d9d23f349c844bd" /><Relationship Type="http://schemas.openxmlformats.org/officeDocument/2006/relationships/notesMaster" Target="/ppt/notesMasters/notesMaster1.xml" Id="R187b2512839543a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c5d1fd780234e02" /><Relationship Type="http://schemas.openxmlformats.org/officeDocument/2006/relationships/notesMaster" Target="/ppt/notesMasters/notesMaster1.xml" Id="R394d380018b6449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56d61f41f9a4ee9" /><Relationship Type="http://schemas.openxmlformats.org/officeDocument/2006/relationships/notesMaster" Target="/ppt/notesMasters/notesMaster1.xml" Id="R65fb20df4450495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3b1954f2a22489f" /><Relationship Type="http://schemas.openxmlformats.org/officeDocument/2006/relationships/notesMaster" Target="/ppt/notesMasters/notesMaster1.xml" Id="Rcd851fc79d6e4ed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2a8bfec27c54804" /><Relationship Type="http://schemas.openxmlformats.org/officeDocument/2006/relationships/notesMaster" Target="/ppt/notesMasters/notesMaster1.xml" Id="R8b50d663864f4ee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70557ca392f45a9" /><Relationship Type="http://schemas.openxmlformats.org/officeDocument/2006/relationships/notesMaster" Target="/ppt/notesMasters/notesMaster1.xml" Id="R36f0ff19ba194c7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3b879146e2c4298" /><Relationship Type="http://schemas.openxmlformats.org/officeDocument/2006/relationships/notesMaster" Target="/ppt/notesMasters/notesMaster1.xml" Id="R29038fcd50484bd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a92c4d2a262411e" /><Relationship Type="http://schemas.openxmlformats.org/officeDocument/2006/relationships/notesMaster" Target="/ppt/notesMasters/notesMaster1.xml" Id="R80e2188b278d4e5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26335f370214826" /><Relationship Type="http://schemas.openxmlformats.org/officeDocument/2006/relationships/notesMaster" Target="/ppt/notesMasters/notesMaster1.xml" Id="Rb1f74db18324406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f9cf03e8ba145f2" /><Relationship Type="http://schemas.openxmlformats.org/officeDocument/2006/relationships/notesMaster" Target="/ppt/notesMasters/notesMaster1.xml" Id="R407ec4cc55b94dd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Fotografías proporcionadas en Report. Cesar y Jose siguen pendientes de entregar fotos reales; los placeholders lo indican expresamente.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README 4.2.1.1 y docs/sprint-1-board.md. Los SP con evidencia de UI no equivalen a aceptación completa de historias.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docs/railway-deployment.md. Landing y OpenAPI HTTP 200; POST/GET MySQL registrados. El 70% exige verificación de alcance funcional; no se infiere del deployment.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backend src/test y tests/features/sprint1.feature, tests/steps/sprint1_steps.py. Estos escenarios prueban la API, no sustituyen entrevistas ni aceptación humana.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docs/tb1-checklist.md. No se atribuye validación de usuarios ni se declara la entrega terminada.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9163e230a64c0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071066b44e455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f3c65b1e8e4b1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473dafc959470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36dcab4f3c4b8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420b986ee3468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ddabc6d1c94d4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7c621eb01744e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22e757ba5c456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a44a5c7502404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7e7adc401d4b4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ABF90B-2F67-4B1A-A89C-D9691A12419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7DBA049F-65EB-47E1-8CAC-080B89FC60C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BCF02EE-CBAD-4742-AC37-396649969A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4547628-DCE9-4752-9FC0-E1A0407D54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E300F-1A1E-45C0-8CA7-706F60B530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272A7C7-F014-4DBE-879D-CE0ECA659D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F5A5C43-1390-4DB2-812C-CBA62DC8667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BBACBD8-D633-4160-AC24-23C04081355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7FFDA14-DE32-4668-BF59-BD98F376F19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20AC25B-F168-4EA6-BD92-51887F95B88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5304B94-5E79-4CC1-AD0B-B5D773E000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B91290B-A26C-4AB9-A153-C12BCA686E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C914062-98D2-4ECA-9CD1-AC3F8BEA7B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A54B12B-C664-4031-864B-11C06D531AA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B3F9F7C-F481-432A-A7F9-343DA46BE1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586C650-62E9-4556-9259-1EF6E3ADC1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AE72766-F960-4357-991A-7BEC327862F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6DEBE01-0605-456A-9DA3-368CEEBDC01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3E2EAFB-FF30-45E7-9F82-E9882F6223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F563384-9900-4E11-9C49-2B04F3D6AA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CFFB2AF-F5D5-41D8-A5F9-5A81362944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A716BD5-BEF9-4C9D-8991-5D5F064EA9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0994DBB-1739-46C6-B5D1-DF0D3D57A35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4677F0F-5E40-41F8-AD78-ED22656E300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4823947-E811-4319-BB57-5552E4D7914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EA6383F-1A9B-4747-9048-58248FF0178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A8BD6AA-9FA1-4C55-8748-ACEB3BEC83B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14AE000E-4953-4CBD-BE73-9F4B1F1240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B5E3687-A6EE-449B-8A0B-1431CD3918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373E70-5D58-48EC-B367-8A8692CA5D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A44FFE4-B104-41FB-B178-54562EEB8E9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DBD1056-D574-4781-9503-C875CCBE01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AE98D5E-B138-4B10-922A-B466C2E91C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1D589E7-D7A1-49D6-A427-494F1F98B2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CD526E37-5CE5-45AC-91F1-4AFE72D52B6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EE38108-DB6B-43E4-9072-B81FD28FC9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150B94C-ED85-4896-B07E-2B75937B42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7DA0ED5-50D6-4E49-8F07-AE73246B6C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76C0A98-B79C-4460-A360-D49C994A73C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9777068-31A0-4B42-ABDD-921B3D4F7E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F983062-39FA-4569-B350-735BE0B39B0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746DF82-A1B3-4264-A526-FD34ADCCC1B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FCC9BD-E1C3-4E27-A5BA-E231B38932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9B821A3E-924C-411D-9322-7BEED2B17E8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7FCE72F-BC1A-414E-A5C2-E2CF500280C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2560653-6A91-4CD4-A0A3-9F59DBB1452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A74F090-18DC-406E-95E5-1EDBE32B60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1F7CFAD-93BE-4678-9F0B-022F2C4CACE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0FF3404-CC23-4092-B178-2FAAC3B5BB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603F594-9B3F-4A81-B824-3B118D23FCD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9D0C879-48A5-4AD2-BDEE-C9B9B5E563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DF00459-5881-4BDC-A1D1-33C841BB05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779B30-1A61-4C00-A09E-3C4A6E6EF6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31E4A6A-F565-4600-A210-E63A5BB29A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81A0B71-5FE9-4AFC-8253-A10FE06C447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142C268-929C-42B4-B2CB-4CC046887D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1FD379E-B079-4F4F-B768-AF3431BD22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528F46-5331-4E52-B8E6-D0FEF75575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a71414a11404da2" /><Relationship Type="http://schemas.openxmlformats.org/officeDocument/2006/relationships/slideLayout" Target="/ppt/slideLayouts/slideLayout1.xml" Id="R86c0c9865deb469e" /><Relationship Type="http://schemas.openxmlformats.org/officeDocument/2006/relationships/slideLayout" Target="/ppt/slideLayouts/slideLayout2.xml" Id="Ra6a5f127c1d34d78" /><Relationship Type="http://schemas.openxmlformats.org/officeDocument/2006/relationships/slideLayout" Target="/ppt/slideLayouts/slideLayout3.xml" Id="Rb51a4679b6374627" /><Relationship Type="http://schemas.openxmlformats.org/officeDocument/2006/relationships/slideLayout" Target="/ppt/slideLayouts/slideLayout4.xml" Id="Ra9774e6b01da437e" /><Relationship Type="http://schemas.openxmlformats.org/officeDocument/2006/relationships/slideLayout" Target="/ppt/slideLayouts/slideLayout5.xml" Id="R2e8293250e9b4ab3" /><Relationship Type="http://schemas.openxmlformats.org/officeDocument/2006/relationships/slideLayout" Target="/ppt/slideLayouts/slideLayout6.xml" Id="R523adfed35b54514" /><Relationship Type="http://schemas.openxmlformats.org/officeDocument/2006/relationships/slideLayout" Target="/ppt/slideLayouts/slideLayout7.xml" Id="R7fd1f7da351f437a" /><Relationship Type="http://schemas.openxmlformats.org/officeDocument/2006/relationships/slideLayout" Target="/ppt/slideLayouts/slideLayout8.xml" Id="Red662037f009421a" /><Relationship Type="http://schemas.openxmlformats.org/officeDocument/2006/relationships/slideLayout" Target="/ppt/slideLayouts/slideLayout9.xml" Id="Rc7f66ae874044e4e" /><Relationship Type="http://schemas.openxmlformats.org/officeDocument/2006/relationships/slideLayout" Target="/ppt/slideLayouts/slideLayout10.xml" Id="R12450fd955a34dda" /><Relationship Type="http://schemas.openxmlformats.org/officeDocument/2006/relationships/slideLayout" Target="/ppt/slideLayouts/slideLayout11.xml" Id="R2711d17f2184495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F2463F8-9FAF-4E39-BE72-56A6FA800E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889A605-EC86-40B2-AC6C-ACB1A9C755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7FF32F-B6DA-4EC4-8270-5331BBD8D1BD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3A5FAE8-AB68-413F-A6FD-EC929523F3F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A157F8A-3D8A-4D89-B756-3D1F83DFB03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c0c9865deb469e"/>
    <p:sldLayoutId xmlns:r="http://schemas.openxmlformats.org/officeDocument/2006/relationships" id="2147483650" r:id="Ra6a5f127c1d34d78"/>
    <p:sldLayoutId xmlns:r="http://schemas.openxmlformats.org/officeDocument/2006/relationships" id="2147483651" r:id="Rb51a4679b6374627"/>
    <p:sldLayoutId xmlns:r="http://schemas.openxmlformats.org/officeDocument/2006/relationships" id="2147483652" r:id="Ra9774e6b01da437e"/>
    <p:sldLayoutId xmlns:r="http://schemas.openxmlformats.org/officeDocument/2006/relationships" id="2147483653" r:id="R2e8293250e9b4ab3"/>
    <p:sldLayoutId xmlns:r="http://schemas.openxmlformats.org/officeDocument/2006/relationships" id="2147483654" r:id="R523adfed35b54514"/>
    <p:sldLayoutId xmlns:r="http://schemas.openxmlformats.org/officeDocument/2006/relationships" id="2147483655" r:id="R7fd1f7da351f437a"/>
    <p:sldLayoutId xmlns:r="http://schemas.openxmlformats.org/officeDocument/2006/relationships" id="2147483656" r:id="Red662037f009421a"/>
    <p:sldLayoutId xmlns:r="http://schemas.openxmlformats.org/officeDocument/2006/relationships" id="2147483657" r:id="Rc7f66ae874044e4e"/>
    <p:sldLayoutId xmlns:r="http://schemas.openxmlformats.org/officeDocument/2006/relationships" id="2147483658" r:id="R12450fd955a34dda"/>
    <p:sldLayoutId xmlns:r="http://schemas.openxmlformats.org/officeDocument/2006/relationships" id="2147483659" r:id="R2711d17f21844957"/>
  </p:sldLayoutIdLst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7e573fbea784111" /><Relationship Type="http://schemas.openxmlformats.org/officeDocument/2006/relationships/image" Target="/ppt/media/image.png" Id="Ra1f99a4b5a6a4cf5" /><Relationship Type="http://schemas.openxmlformats.org/officeDocument/2006/relationships/image" Target="/ppt/media/image.svg" Id="R8a3818f5773a4eb4" /><Relationship Type="http://schemas.openxmlformats.org/officeDocument/2006/relationships/image" Target="/ppt/media/image2.png" Id="R027cd247ec604a8b" /><Relationship Type="http://schemas.openxmlformats.org/officeDocument/2006/relationships/notesSlide" Target="/ppt/notesSlides/notesSlide1.xml" Id="R563861c549ab418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6d2d555e6f4411" /><Relationship Type="http://schemas.openxmlformats.org/officeDocument/2006/relationships/image" Target="/ppt/media/image3.png" Id="Rcf48f366893c4676" /><Relationship Type="http://schemas.openxmlformats.org/officeDocument/2006/relationships/image" Target="/ppt/media/image4.png" Id="R93d2624cc2d74f1d" /><Relationship Type="http://schemas.openxmlformats.org/officeDocument/2006/relationships/image" Target="/ppt/media/image5.png" Id="R44d2c92bb1964f3b" /><Relationship Type="http://schemas.openxmlformats.org/officeDocument/2006/relationships/image" Target="/ppt/media/image6.png" Id="R8d483e653b134900" /><Relationship Type="http://schemas.openxmlformats.org/officeDocument/2006/relationships/image" Target="/ppt/media/image.jpeg" Id="R6c79614901244811" /><Relationship Type="http://schemas.openxmlformats.org/officeDocument/2006/relationships/notesSlide" Target="/ppt/notesSlides/notesSlide2.xml" Id="Rcc7190a8d03f4b4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c7a08aaf0834243" /><Relationship Type="http://schemas.openxmlformats.org/officeDocument/2006/relationships/image" Target="/ppt/media/image7.png" Id="Ra73b14d6a88e4d08" /><Relationship Type="http://schemas.openxmlformats.org/officeDocument/2006/relationships/image" Target="/ppt/media/image2.svg" Id="R009bdb3dbf774e22" /><Relationship Type="http://schemas.openxmlformats.org/officeDocument/2006/relationships/image" Target="/ppt/media/image.png" Id="R89dd6607fb124cb0" /><Relationship Type="http://schemas.openxmlformats.org/officeDocument/2006/relationships/image" Target="/ppt/media/image.svg" Id="R329dfe7dbb024921" /><Relationship Type="http://schemas.openxmlformats.org/officeDocument/2006/relationships/image" Target="/ppt/media/image8.png" Id="R0596598579d24f9b" /><Relationship Type="http://schemas.openxmlformats.org/officeDocument/2006/relationships/image" Target="/ppt/media/image2.jpeg" Id="R96923b764c864bfd" /><Relationship Type="http://schemas.openxmlformats.org/officeDocument/2006/relationships/image" Target="/ppt/media/image2.png" Id="Rda039eebad3f4f60" /><Relationship Type="http://schemas.openxmlformats.org/officeDocument/2006/relationships/hyperlink" Target="https://trello.com/b/YlramyOI" TargetMode="External" Id="R566fcf3a181d475e" /><Relationship Type="http://schemas.openxmlformats.org/officeDocument/2006/relationships/notesSlide" Target="/ppt/notesSlides/notesSlide3.xml" Id="R3cf387c2c70640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0c7cd84208940a0" /><Relationship Type="http://schemas.openxmlformats.org/officeDocument/2006/relationships/image" Target="/ppt/media/image.png" Id="R846757ff46704599" /><Relationship Type="http://schemas.openxmlformats.org/officeDocument/2006/relationships/image" Target="/ppt/media/image.svg" Id="Rfd42c7cd71394c2d" /><Relationship Type="http://schemas.openxmlformats.org/officeDocument/2006/relationships/image" Target="/ppt/media/image2.jpeg" Id="R40bf0048107a4685" /><Relationship Type="http://schemas.openxmlformats.org/officeDocument/2006/relationships/image" Target="/ppt/media/image2.png" Id="R78046bf45058450c" /><Relationship Type="http://schemas.openxmlformats.org/officeDocument/2006/relationships/image" Target="/ppt/media/image9.png" Id="R2c53ee11075d4212" /><Relationship Type="http://schemas.openxmlformats.org/officeDocument/2006/relationships/notesSlide" Target="/ppt/notesSlides/notesSlide4.xml" Id="R7305e7fa2e6040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d361e7baedc40d2" /><Relationship Type="http://schemas.openxmlformats.org/officeDocument/2006/relationships/image" Target="/ppt/media/image.png" Id="Rd94e045fd0364cb5" /><Relationship Type="http://schemas.openxmlformats.org/officeDocument/2006/relationships/image" Target="/ppt/media/image.svg" Id="Refa36920d21f431e" /><Relationship Type="http://schemas.openxmlformats.org/officeDocument/2006/relationships/image" Target="/ppt/media/image2.jpeg" Id="R0f8f38be1b5a4334" /><Relationship Type="http://schemas.openxmlformats.org/officeDocument/2006/relationships/image" Target="/ppt/media/image2.png" Id="R1c2679657307415a" /><Relationship Type="http://schemas.openxmlformats.org/officeDocument/2006/relationships/image" Target="/ppt/media/image10.png" Id="R3bc982cfad2540b1" /><Relationship Type="http://schemas.openxmlformats.org/officeDocument/2006/relationships/notesSlide" Target="/ppt/notesSlides/notesSlide5.xml" Id="R5bc0b6c9e5a9478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9ae648dd874896" /><Relationship Type="http://schemas.openxmlformats.org/officeDocument/2006/relationships/image" Target="/ppt/media/image.png" Id="R045fbfd53087414d" /><Relationship Type="http://schemas.openxmlformats.org/officeDocument/2006/relationships/image" Target="/ppt/media/image.svg" Id="Ree84d30e2af04517" /><Relationship Type="http://schemas.openxmlformats.org/officeDocument/2006/relationships/image" Target="/ppt/media/image2.jpeg" Id="Rd633cb945bda4a90" /><Relationship Type="http://schemas.openxmlformats.org/officeDocument/2006/relationships/image" Target="/ppt/media/image2.png" Id="Ra9b3ad441c2a4f6a" /><Relationship Type="http://schemas.openxmlformats.org/officeDocument/2006/relationships/image" Target="/ppt/media/image11.png" Id="R0d29f2eddb6e4122" /><Relationship Type="http://schemas.openxmlformats.org/officeDocument/2006/relationships/notesSlide" Target="/ppt/notesSlides/notesSlide6.xml" Id="R88384d3134c7437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b97a17c4519441c" /><Relationship Type="http://schemas.openxmlformats.org/officeDocument/2006/relationships/image" Target="/ppt/media/image.png" Id="R2a6941a2c3974a9a" /><Relationship Type="http://schemas.openxmlformats.org/officeDocument/2006/relationships/image" Target="/ppt/media/image.svg" Id="R060fc46815264a10" /><Relationship Type="http://schemas.openxmlformats.org/officeDocument/2006/relationships/image" Target="/ppt/media/image2.jpeg" Id="Ra15b5e92e37f43e8" /><Relationship Type="http://schemas.openxmlformats.org/officeDocument/2006/relationships/image" Target="/ppt/media/image2.png" Id="R1ffc688a96ec42b5" /><Relationship Type="http://schemas.openxmlformats.org/officeDocument/2006/relationships/image" Target="/ppt/media/image12.png" Id="R8e4ca010198d444a" /><Relationship Type="http://schemas.openxmlformats.org/officeDocument/2006/relationships/notesSlide" Target="/ppt/notesSlides/notesSlide7.xml" Id="R1941b6da429349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9bca9a274d945bb" /><Relationship Type="http://schemas.openxmlformats.org/officeDocument/2006/relationships/image" Target="/ppt/media/image.png" Id="R5a7ed39b4e404f97" /><Relationship Type="http://schemas.openxmlformats.org/officeDocument/2006/relationships/image" Target="/ppt/media/image.svg" Id="R729db1aa045b434b" /><Relationship Type="http://schemas.openxmlformats.org/officeDocument/2006/relationships/image" Target="/ppt/media/image2.jpeg" Id="R9441a4f8c6994977" /><Relationship Type="http://schemas.openxmlformats.org/officeDocument/2006/relationships/image" Target="/ppt/media/image2.png" Id="R52158160253549b8" /><Relationship Type="http://schemas.openxmlformats.org/officeDocument/2006/relationships/image" Target="/ppt/media/image13.png" Id="Rba8595032abe4fa7" /><Relationship Type="http://schemas.openxmlformats.org/officeDocument/2006/relationships/notesSlide" Target="/ppt/notesSlides/notesSlide8.xml" Id="R01903855f23347f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02d96f7efd4460a" /><Relationship Type="http://schemas.openxmlformats.org/officeDocument/2006/relationships/image" Target="/ppt/media/image.png" Id="R8d65b2a88ddc4395" /><Relationship Type="http://schemas.openxmlformats.org/officeDocument/2006/relationships/image" Target="/ppt/media/image.svg" Id="R5e9b4c346c704a04" /><Relationship Type="http://schemas.openxmlformats.org/officeDocument/2006/relationships/image" Target="/ppt/media/image2.jpeg" Id="R547c7824d6e04545" /><Relationship Type="http://schemas.openxmlformats.org/officeDocument/2006/relationships/image" Target="/ppt/media/image2.png" Id="R0a572c0d6c324474" /><Relationship Type="http://schemas.openxmlformats.org/officeDocument/2006/relationships/image" Target="/ppt/media/image14.png" Id="Rf7b0273c7f2b44c4" /><Relationship Type="http://schemas.openxmlformats.org/officeDocument/2006/relationships/notesSlide" Target="/ppt/notesSlides/notesSlide9.xml" Id="Rd79cb6bb13784bb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058e42333e84cf6" /><Relationship Type="http://schemas.openxmlformats.org/officeDocument/2006/relationships/image" Target="/ppt/media/image.png" Id="R5bc025e774394812" /><Relationship Type="http://schemas.openxmlformats.org/officeDocument/2006/relationships/image" Target="/ppt/media/image.svg" Id="Rcb0d041d9ea9456f" /><Relationship Type="http://schemas.openxmlformats.org/officeDocument/2006/relationships/image" Target="/ppt/media/image2.jpeg" Id="R2ec2c9a480bf4b88" /><Relationship Type="http://schemas.openxmlformats.org/officeDocument/2006/relationships/image" Target="/ppt/media/image2.png" Id="Rfdde18d048bf4a05" /><Relationship Type="http://schemas.openxmlformats.org/officeDocument/2006/relationships/image" Target="/ppt/media/image15.png" Id="R1bd0829212044d71" /><Relationship Type="http://schemas.openxmlformats.org/officeDocument/2006/relationships/notesSlide" Target="/ppt/notesSlides/notesSlide10.xml" Id="Rf8862ba54c524ce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9350467111d402e" /><Relationship Type="http://schemas.openxmlformats.org/officeDocument/2006/relationships/image" Target="/ppt/media/image.png" Id="R87b9f8ee07cf4e0b" /><Relationship Type="http://schemas.openxmlformats.org/officeDocument/2006/relationships/image" Target="/ppt/media/image.svg" Id="R3d746e707cfb4bec" /><Relationship Type="http://schemas.openxmlformats.org/officeDocument/2006/relationships/image" Target="/ppt/media/image2.jpeg" Id="Rad78904369d141a0" /><Relationship Type="http://schemas.openxmlformats.org/officeDocument/2006/relationships/image" Target="/ppt/media/image2.png" Id="R326e9a1a32a04a75" /><Relationship Type="http://schemas.openxmlformats.org/officeDocument/2006/relationships/image" Target="/ppt/media/image16.png" Id="R68aa8c4e38df434c" /><Relationship Type="http://schemas.openxmlformats.org/officeDocument/2006/relationships/notesSlide" Target="/ppt/notesSlides/notesSlide11.xml" Id="Ra476644d679a4a9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48f969a7b0d419f" /><Relationship Type="http://schemas.openxmlformats.org/officeDocument/2006/relationships/image" Target="/ppt/media/image.png" Id="R4c58406a64e74882" /><Relationship Type="http://schemas.openxmlformats.org/officeDocument/2006/relationships/image" Target="/ppt/media/image.svg" Id="R3a4ce0b1098542b6" /><Relationship Type="http://schemas.openxmlformats.org/officeDocument/2006/relationships/image" Target="/ppt/media/image2.jpeg" Id="R549c63d88def4e3d" /><Relationship Type="http://schemas.openxmlformats.org/officeDocument/2006/relationships/image" Target="/ppt/media/image2.png" Id="R633e6eb402d2433d" /><Relationship Type="http://schemas.openxmlformats.org/officeDocument/2006/relationships/image" Target="/ppt/media/image17.png" Id="Ree83c438763945d5" /><Relationship Type="http://schemas.openxmlformats.org/officeDocument/2006/relationships/notesSlide" Target="/ppt/notesSlides/notesSlide12.xml" Id="R7db2d5fc93d34b8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f9c17c346b641dd" /><Relationship Type="http://schemas.openxmlformats.org/officeDocument/2006/relationships/image" Target="/ppt/media/image.png" Id="R87165b3962b9439b" /><Relationship Type="http://schemas.openxmlformats.org/officeDocument/2006/relationships/image" Target="/ppt/media/image.svg" Id="Rba1acccfc3bf4d2a" /><Relationship Type="http://schemas.openxmlformats.org/officeDocument/2006/relationships/image" Target="/ppt/media/image2.jpeg" Id="R576966095d464700" /><Relationship Type="http://schemas.openxmlformats.org/officeDocument/2006/relationships/image" Target="/ppt/media/image2.png" Id="Rbfa28532fe094301" /><Relationship Type="http://schemas.openxmlformats.org/officeDocument/2006/relationships/image" Target="/ppt/media/image18.png" Id="R984788f127874c9f" /><Relationship Type="http://schemas.openxmlformats.org/officeDocument/2006/relationships/notesSlide" Target="/ppt/notesSlides/notesSlide13.xml" Id="R2035a26be84f4e5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032df6b49594179" /><Relationship Type="http://schemas.openxmlformats.org/officeDocument/2006/relationships/image" Target="/ppt/media/image.png" Id="Rf2a3d370c3f14368" /><Relationship Type="http://schemas.openxmlformats.org/officeDocument/2006/relationships/image" Target="/ppt/media/image.svg" Id="Rbd1fdcf1a9ce49c5" /><Relationship Type="http://schemas.openxmlformats.org/officeDocument/2006/relationships/image" Target="/ppt/media/image2.jpeg" Id="R8b4539de18124176" /><Relationship Type="http://schemas.openxmlformats.org/officeDocument/2006/relationships/image" Target="/ppt/media/image2.png" Id="R63f1396819064a4c" /><Relationship Type="http://schemas.openxmlformats.org/officeDocument/2006/relationships/image" Target="/ppt/media/image19.png" Id="Rb8818d50b9284aef" /><Relationship Type="http://schemas.openxmlformats.org/officeDocument/2006/relationships/hyperlink" Target="https://1acc0238-2620-4939.github.io/landing-page/" TargetMode="External" Id="R039a00755a214b3c" /><Relationship Type="http://schemas.openxmlformats.org/officeDocument/2006/relationships/notesSlide" Target="/ppt/notesSlides/notesSlide14.xml" Id="Rb539a5f309a5426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9d851248984d04" /><Relationship Type="http://schemas.openxmlformats.org/officeDocument/2006/relationships/image" Target="/ppt/media/image20.png" Id="R25ddf40f44504754" /><Relationship Type="http://schemas.openxmlformats.org/officeDocument/2006/relationships/notesSlide" Target="/ppt/notesSlides/notesSlide15.xml" Id="R19e1a48bc451452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8fa7d2f91840b4" /><Relationship Type="http://schemas.openxmlformats.org/officeDocument/2006/relationships/notesSlide" Target="/ppt/notesSlides/notesSlide16.xml" Id="R436ab3d00fa4494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9c0b7b67f94502" /><Relationship Type="http://schemas.openxmlformats.org/officeDocument/2006/relationships/notesSlide" Target="/ppt/notesSlides/notesSlide17.xml" Id="R1b7036d04c324ef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13d44db5bd44c3" /><Relationship Type="http://schemas.openxmlformats.org/officeDocument/2006/relationships/notesSlide" Target="/ppt/notesSlides/notesSlide18.xml" Id="R278730090fd0411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8e84cc08a864abb" /><Relationship Type="http://schemas.openxmlformats.org/officeDocument/2006/relationships/image" Target="/ppt/media/image.png" Id="Reaf2c6fce33d4e05" /><Relationship Type="http://schemas.openxmlformats.org/officeDocument/2006/relationships/image" Target="/ppt/media/image.svg" Id="Rc6d247610ab74141" /><Relationship Type="http://schemas.openxmlformats.org/officeDocument/2006/relationships/image" Target="/ppt/media/image7.png" Id="Rf065b793e4cc4850" /><Relationship Type="http://schemas.openxmlformats.org/officeDocument/2006/relationships/image" Target="/ppt/media/image2.svg" Id="R45c2ba94a86148ca" /><Relationship Type="http://schemas.openxmlformats.org/officeDocument/2006/relationships/image" Target="/ppt/media/image2.png" Id="R1aae37ea59fe4158" /><Relationship Type="http://schemas.openxmlformats.org/officeDocument/2006/relationships/notesSlide" Target="/ppt/notesSlides/notesSlide19.xml" Id="R1b2a5abdbd0a4da9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 rotWithShape="1">
          <a:gsLst>
            <a:gs pos="0">
              <a:srgbClr val="000000">
                <a:alpha val="100000"/>
              </a:srgbClr>
            </a:gs>
            <a:gs pos="100000">
              <a:srgbClr val="5C69F5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B0DCE929-B546-4D6A-9D3D-AD9FB1890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103384" y="-1675084"/>
            <a:ext cx="6000534" cy="3567590"/>
          </a:xfrm>
          <a:custGeom xmlns:a="http://schemas.openxmlformats.org/drawingml/2006/main">
            <a:rect l="l" t="t" r="r" b="b"/>
            <a:pathLst>
              <a:path w="6000534" h="3567590">
                <a:moveTo>
                  <a:pt x="0" y="0"/>
                </a:moveTo>
                <a:lnTo>
                  <a:pt x="6000534" y="0"/>
                </a:lnTo>
                <a:lnTo>
                  <a:pt x="6000534" y="3567591"/>
                </a:lnTo>
                <a:lnTo>
                  <a:pt x="0" y="356759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1f99a4b5a6a4cf5">
              <a:extLst>
                <a:ext uri="{96DAC541-7B7A-43D3-8B79-37D633B846F1}">
                  <asvg:svgBlip xmlns:asvg="http://schemas.microsoft.com/office/drawing/2016/SVG/main" r:embed="R8a3818f5773a4eb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0C2E0F39-A567-4A05-8CB7-66C842AFE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0800000" flipH="0" flipV="0">
            <a:off x="12542441" y="8591206"/>
            <a:ext cx="6000534" cy="3567590"/>
          </a:xfrm>
          <a:custGeom xmlns:a="http://schemas.openxmlformats.org/drawingml/2006/main">
            <a:rect l="l" t="t" r="r" b="b"/>
            <a:pathLst>
              <a:path w="6000534" h="3567590">
                <a:moveTo>
                  <a:pt x="0" y="0"/>
                </a:moveTo>
                <a:lnTo>
                  <a:pt x="6000534" y="0"/>
                </a:lnTo>
                <a:lnTo>
                  <a:pt x="6000534" y="3567590"/>
                </a:lnTo>
                <a:lnTo>
                  <a:pt x="0" y="356759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1f99a4b5a6a4cf5">
              <a:extLst>
                <a:ext uri="{96DAC541-7B7A-43D3-8B79-37D633B846F1}">
                  <asvg:svgBlip xmlns:asvg="http://schemas.microsoft.com/office/drawing/2016/SVG/main" r:embed="R8a3818f5773a4eb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2D4A9A66-3D24-4AC8-9E77-9C1D59B8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2741048" y="537816"/>
            <a:ext cx="6000534" cy="3567590"/>
          </a:xfrm>
          <a:custGeom xmlns:a="http://schemas.openxmlformats.org/drawingml/2006/main">
            <a:rect l="l" t="t" r="r" b="b"/>
            <a:pathLst>
              <a:path w="6000534" h="3567590">
                <a:moveTo>
                  <a:pt x="0" y="0"/>
                </a:moveTo>
                <a:lnTo>
                  <a:pt x="6000534" y="0"/>
                </a:lnTo>
                <a:lnTo>
                  <a:pt x="6000534" y="3567590"/>
                </a:lnTo>
                <a:lnTo>
                  <a:pt x="0" y="356759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1f99a4b5a6a4cf5">
              <a:extLst>
                <a:ext uri="{96DAC541-7B7A-43D3-8B79-37D633B846F1}">
                  <asvg:svgBlip xmlns:asvg="http://schemas.microsoft.com/office/drawing/2016/SVG/main" r:embed="R8a3818f5773a4eb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ADB58A56-66AE-4D59-80BB-E066EFE03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0800000" flipH="0" flipV="0">
            <a:off x="14180105" y="6181594"/>
            <a:ext cx="6000534" cy="3567590"/>
          </a:xfrm>
          <a:custGeom xmlns:a="http://schemas.openxmlformats.org/drawingml/2006/main">
            <a:rect l="l" t="t" r="r" b="b"/>
            <a:pathLst>
              <a:path w="6000534" h="3567590">
                <a:moveTo>
                  <a:pt x="0" y="0"/>
                </a:moveTo>
                <a:lnTo>
                  <a:pt x="6000534" y="0"/>
                </a:lnTo>
                <a:lnTo>
                  <a:pt x="6000534" y="3567590"/>
                </a:lnTo>
                <a:lnTo>
                  <a:pt x="0" y="356759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1f99a4b5a6a4cf5">
              <a:extLst>
                <a:ext uri="{96DAC541-7B7A-43D3-8B79-37D633B846F1}">
                  <asvg:svgBlip xmlns:asvg="http://schemas.microsoft.com/office/drawing/2016/SVG/main" r:embed="R8a3818f5773a4eb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CC2400B5-0648-4447-B533-BE9EA0A0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2904533" y="-494599"/>
            <a:ext cx="5081972" cy="3021463"/>
          </a:xfrm>
          <a:custGeom xmlns:a="http://schemas.openxmlformats.org/drawingml/2006/main">
            <a:rect l="l" t="t" r="r" b="b"/>
            <a:pathLst>
              <a:path w="5081972" h="3021463">
                <a:moveTo>
                  <a:pt x="0" y="0"/>
                </a:moveTo>
                <a:lnTo>
                  <a:pt x="5081972" y="0"/>
                </a:lnTo>
                <a:lnTo>
                  <a:pt x="5081972" y="3021464"/>
                </a:lnTo>
                <a:lnTo>
                  <a:pt x="0" y="3021464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1f99a4b5a6a4cf5">
              <a:extLst>
                <a:ext uri="{96DAC541-7B7A-43D3-8B79-37D633B846F1}">
                  <asvg:svgBlip xmlns:asvg="http://schemas.microsoft.com/office/drawing/2016/SVG/main" r:embed="R8a3818f5773a4eb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504D110B-A811-49AF-AA58-2E6492CA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3275713" y="4625635"/>
            <a:ext cx="5081972" cy="3021463"/>
          </a:xfrm>
          <a:custGeom xmlns:a="http://schemas.openxmlformats.org/drawingml/2006/main">
            <a:rect l="l" t="t" r="r" b="b"/>
            <a:pathLst>
              <a:path w="5081972" h="3021463">
                <a:moveTo>
                  <a:pt x="0" y="0"/>
                </a:moveTo>
                <a:lnTo>
                  <a:pt x="5081972" y="0"/>
                </a:lnTo>
                <a:lnTo>
                  <a:pt x="5081972" y="3021463"/>
                </a:lnTo>
                <a:lnTo>
                  <a:pt x="0" y="3021463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1f99a4b5a6a4cf5">
              <a:extLst>
                <a:ext uri="{96DAC541-7B7A-43D3-8B79-37D633B846F1}">
                  <asvg:svgBlip xmlns:asvg="http://schemas.microsoft.com/office/drawing/2016/SVG/main" r:embed="R8a3818f5773a4eb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8FAAD2BA-6770-40B5-80F1-5D6A9C70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0800000" flipH="0" flipV="0">
            <a:off x="14960748" y="7760135"/>
            <a:ext cx="5081972" cy="3021463"/>
          </a:xfrm>
          <a:custGeom xmlns:a="http://schemas.openxmlformats.org/drawingml/2006/main">
            <a:rect l="l" t="t" r="r" b="b"/>
            <a:pathLst>
              <a:path w="5081972" h="3021463">
                <a:moveTo>
                  <a:pt x="0" y="0"/>
                </a:moveTo>
                <a:lnTo>
                  <a:pt x="5081972" y="0"/>
                </a:lnTo>
                <a:lnTo>
                  <a:pt x="5081972" y="3021464"/>
                </a:lnTo>
                <a:lnTo>
                  <a:pt x="0" y="3021464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1f99a4b5a6a4cf5">
              <a:extLst>
                <a:ext uri="{96DAC541-7B7A-43D3-8B79-37D633B846F1}">
                  <asvg:svgBlip xmlns:asvg="http://schemas.microsoft.com/office/drawing/2016/SVG/main" r:embed="R8a3818f5773a4eb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820651D1-A0E9-487E-A35E-664C146F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0800000" flipH="0" flipV="0">
            <a:off x="16481741" y="2654155"/>
            <a:ext cx="5081972" cy="3021463"/>
          </a:xfrm>
          <a:custGeom xmlns:a="http://schemas.openxmlformats.org/drawingml/2006/main">
            <a:rect l="l" t="t" r="r" b="b"/>
            <a:pathLst>
              <a:path w="5081972" h="3021463">
                <a:moveTo>
                  <a:pt x="0" y="0"/>
                </a:moveTo>
                <a:lnTo>
                  <a:pt x="5081972" y="0"/>
                </a:lnTo>
                <a:lnTo>
                  <a:pt x="5081972" y="3021464"/>
                </a:lnTo>
                <a:lnTo>
                  <a:pt x="0" y="3021464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1f99a4b5a6a4cf5">
              <a:extLst>
                <a:ext uri="{96DAC541-7B7A-43D3-8B79-37D633B846F1}">
                  <asvg:svgBlip xmlns:asvg="http://schemas.microsoft.com/office/drawing/2016/SVG/main" r:embed="R8a3818f5773a4eb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ED20568B-9F76-4580-9594-EEA6FCCBB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777534" y="7032332"/>
            <a:ext cx="8726669" cy="499447"/>
          </a:xfrm>
          <a:custGeom xmlns:a="http://schemas.openxmlformats.org/drawingml/2006/main">
            <a:rect l="l" t="t" r="r" b="b"/>
            <a:pathLst>
              <a:path w="1638854" h="93795">
                <a:moveTo>
                  <a:pt x="46898" y="0"/>
                </a:moveTo>
                <a:lnTo>
                  <a:pt x="1591956" y="0"/>
                </a:lnTo>
                <a:cubicBezTo>
                  <a:pt x="1604394" y="0"/>
                  <a:pt x="1616323" y="4941"/>
                  <a:pt x="1625118" y="13736"/>
                </a:cubicBezTo>
                <a:cubicBezTo>
                  <a:pt x="1633913" y="22531"/>
                  <a:pt x="1638854" y="34460"/>
                  <a:pt x="1638854" y="46898"/>
                </a:cubicBezTo>
                <a:lnTo>
                  <a:pt x="1638854" y="46898"/>
                </a:lnTo>
                <a:cubicBezTo>
                  <a:pt x="1638854" y="72799"/>
                  <a:pt x="1617857" y="93795"/>
                  <a:pt x="1591956" y="93795"/>
                </a:cubicBezTo>
                <a:lnTo>
                  <a:pt x="46898" y="93795"/>
                </a:lnTo>
                <a:cubicBezTo>
                  <a:pt x="34460" y="93795"/>
                  <a:pt x="22531" y="88854"/>
                  <a:pt x="13736" y="80059"/>
                </a:cubicBezTo>
                <a:cubicBezTo>
                  <a:pt x="4941" y="71264"/>
                  <a:pt x="0" y="59336"/>
                  <a:pt x="0" y="46898"/>
                </a:cubicBezTo>
                <a:lnTo>
                  <a:pt x="0" y="46898"/>
                </a:lnTo>
                <a:cubicBezTo>
                  <a:pt x="0" y="34460"/>
                  <a:pt x="4941" y="22531"/>
                  <a:pt x="13736" y="13736"/>
                </a:cubicBezTo>
                <a:cubicBezTo>
                  <a:pt x="22531" y="4941"/>
                  <a:pt x="34460" y="0"/>
                  <a:pt x="46898" y="0"/>
                </a:cubicBezTo>
                <a:close/>
              </a:path>
            </a:pathLst>
          </a:custGeom>
          <a:solidFill xmlns:a="http://schemas.openxmlformats.org/drawingml/2006/main">
            <a:srgbClr val="5666F8"/>
          </a:solidFill>
          <a:ln xmlns:a="http://schemas.openxmlformats.org/drawingml/2006/main">
            <a:noFill/>
            <a:prstDash val="solid"/>
          </a:ln>
        </p:spPr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5847DBE7-3A76-4B5F-B79E-E9A828C56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777534" y="6981613"/>
            <a:ext cx="8726669" cy="55016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1918" tIns="31918" rIns="31918" bIns="31918" anchor="ctr"/>
          <a:lstStyle xmlns:a="http://schemas.openxmlformats.org/drawingml/2006/main"/>
          <a:p xmlns:a="http://schemas.openxmlformats.org/drawingml/2006/main">
            <a:pPr algn="ctr">
              <a:lnSpc>
                <a:spcPts val="1381"/>
              </a:lnSpc>
              <a:buNone/>
            </a:pP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AD19AA2D-0627-4B1D-A091-EB856B519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714111" y="193140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499" y="0"/>
                </a:lnTo>
                <a:lnTo>
                  <a:pt x="2133499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27cd247ec604a8b"/>
            <a:stretch>
              <a:fillRect l="0" t="0" r="0" b="0"/>
            </a:stretch>
          </a:blip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FDBE43A7-737D-4C3E-8371-2F0AA6C64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17383" y="3732783"/>
            <a:ext cx="9253234" cy="160286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10534"/>
              </a:lnSpc>
              <a:buNone/>
            </a:pPr>
            <a:r>
              <a:rPr sz="11206" b="1">
                <a:solidFill>
                  <a:srgbClr val="FFFFFF"/>
                </a:solidFill>
                <a:latin typeface="Codec Pro Bold"/>
                <a:ea typeface="Codec Pro Bold"/>
                <a:cs typeface="Codec Pro Bold"/>
              </a:rPr>
              <a:t>Trakto Route</a:t>
            </a: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BD5EE028-86EB-408A-89FB-321CE99F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0284" y="7163089"/>
            <a:ext cx="8387433" cy="2474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1621"/>
              </a:lnSpc>
              <a:buNone/>
            </a:pPr>
            <a:r>
              <a:rPr sz="1724" b="1" spc="48">
                <a:solidFill>
                  <a:srgbClr val="E4E5EC"/>
                </a:solidFill>
                <a:latin typeface="Codec Pro Bold"/>
                <a:ea typeface="Codec Pro Bold"/>
                <a:cs typeface="Codec Pro Bold"/>
              </a:rPr>
              <a:t>GESTIÓN Y TRAZABILIDAD PARA OPERACIONES DE TRANSPORTE DE CARGA</a:t>
            </a:r>
          </a:p>
        </p:txBody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34AFCF74-92B3-4989-BD71-56CC0777A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19795" y="2047208"/>
            <a:ext cx="1954255" cy="39279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635"/>
              </a:lnSpc>
              <a:buNone/>
            </a:pPr>
            <a:r>
              <a:rPr sz="2689" b="1" spc="182">
                <a:solidFill>
                  <a:srgbClr val="FFFFFF"/>
                </a:solidFill>
                <a:latin typeface="Codec Pro Bold"/>
                <a:ea typeface="Codec Pro Bold"/>
                <a:cs typeface="Codec Pro Bold"/>
              </a:rPr>
              <a:t>TRAKTO</a:t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B8909ABF-6BAF-44E6-BA59-B153C954F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86264" y="5666094"/>
            <a:ext cx="5915471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984"/>
              </a:lnSpc>
              <a:spcBef>
                <a:spcPct val="0"/>
              </a:spcBef>
              <a:buNone/>
            </a:pPr>
            <a:r>
              <a:rPr sz="2487" b="1">
                <a:solidFill>
                  <a:srgbClr val="FFFFFF"/>
                </a:solidFill>
                <a:latin typeface="Arimo Bold"/>
                <a:ea typeface="Arimo Bold"/>
                <a:cs typeface="Arimo Bold"/>
              </a:rPr>
              <a:t>Aplicaciones para Dispositivos Móviles</a:t>
            </a: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E1F32922-32E8-4044-935F-76C1B6E39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8241" y="6312579"/>
            <a:ext cx="596702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984"/>
              </a:lnSpc>
              <a:spcBef>
                <a:spcPct val="0"/>
              </a:spcBef>
              <a:buNone/>
            </a:pPr>
            <a:r>
              <a:rPr sz="2487" b="1">
                <a:solidFill>
                  <a:srgbClr val="FFFFFF"/>
                </a:solidFill>
                <a:latin typeface="Arimo Bold"/>
                <a:ea typeface="Arimo Bold"/>
                <a:cs typeface="Arimo Bold"/>
              </a:rPr>
              <a:t>TB1</a:t>
            </a:r>
          </a:p>
        </p:txBody>
      </p:sp>
    </p:spTree>
    <p:extLst>
      <p:ext uri="{BB962C8B-B14F-4D97-AF65-F5344CB8AC3E}">
        <p14:creationId xmlns:p14="http://schemas.microsoft.com/office/powerpoint/2010/main" val="923330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71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2F2D88-068B-4988-A888-78D850BF9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33375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24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B6630A-BD75-4242-B938-AFFFF5A60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23875"/>
            <a:ext cx="15621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Equipo Trakto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48f366893c4676"/>
          <a:stretch xmlns:a="http://schemas.openxmlformats.org/drawingml/2006/main"/>
        </p:blipFill>
        <p:spPr>
          <a:xfrm xmlns:a="http://schemas.openxmlformats.org/drawingml/2006/main">
            <a:off x="762000" y="2524125"/>
            <a:ext cx="3048000" cy="3048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21DA51-EA28-4547-9DA4-E608A805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00750"/>
            <a:ext cx="304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Cesar Alejandro</a:t>
            </a:r>
          </a:p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Linares Bernable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5CA18F-36C8-4E44-9841-24AC632EC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81875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Ingeniería de Software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d2624cc2d74f1d"/>
          <a:stretch xmlns:a="http://schemas.openxmlformats.org/drawingml/2006/main"/>
        </p:blipFill>
        <p:spPr>
          <a:xfrm xmlns:a="http://schemas.openxmlformats.org/drawingml/2006/main">
            <a:off x="4377851" y="2286000"/>
            <a:ext cx="2769548" cy="3524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13F165-275F-42CE-97DC-A643160E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000750"/>
            <a:ext cx="304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Jeferson Renzo</a:t>
            </a:r>
          </a:p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Aguilar Aguayo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698DD1-CB9E-44C0-929C-4822DD05A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7381875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Ingeniería de Software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d2c92bb1964f3b"/>
          <a:stretch xmlns:a="http://schemas.openxmlformats.org/drawingml/2006/main"/>
        </p:blipFill>
        <p:spPr>
          <a:xfrm xmlns:a="http://schemas.openxmlformats.org/drawingml/2006/main">
            <a:off x="7917656" y="2286000"/>
            <a:ext cx="2643188" cy="35242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67643A-5CB0-499B-A06A-48BF4645E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000750"/>
            <a:ext cx="304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Alexander Piero</a:t>
            </a:r>
          </a:p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Fernandez Garfias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F6AF04-3B2F-4779-8EF6-5DE9181F3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7381875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Ingeniería de Software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483e653b134900"/>
          <a:stretch xmlns:a="http://schemas.openxmlformats.org/drawingml/2006/main"/>
        </p:blipFill>
        <p:spPr>
          <a:xfrm xmlns:a="http://schemas.openxmlformats.org/drawingml/2006/main">
            <a:off x="11191875" y="2524125"/>
            <a:ext cx="3048000" cy="30480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D190FA-6039-4E0E-AC08-31EC9ABA3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000750"/>
            <a:ext cx="304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Jose Raul</a:t>
            </a:r>
          </a:p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Chirito Torres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4CD683-8C0C-4540-9E5A-85ACD5D33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7381875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Ingeniería de Software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79614901244811"/>
          <a:stretch xmlns:a="http://schemas.openxmlformats.org/drawingml/2006/main"/>
        </p:blipFill>
        <p:spPr>
          <a:xfrm xmlns:a="http://schemas.openxmlformats.org/drawingml/2006/main">
            <a:off x="14668500" y="2524125"/>
            <a:ext cx="3048000" cy="304800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672A7A-0540-4967-B8BC-1903EC03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0" y="6000750"/>
            <a:ext cx="304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Jean Franck</a:t>
            </a:r>
          </a:p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Loa Rojas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FC30D5-09A9-4223-954D-04416DA3F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0" y="7381875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Ingeniería de Software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140AAF-11EF-46C2-90A8-DEE0B0340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667750"/>
            <a:ext cx="1619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Team Leader: Alexander Piero Fernandez Garfias</a:t>
            </a:r>
          </a:p>
        </p:txBody>
      </p:sp>
    </p:spTree>
    <p:extLst>
      <p:ext uri="{BB962C8B-B14F-4D97-AF65-F5344CB8AC3E}">
        <p14:creationId xmlns:p14="http://schemas.microsoft.com/office/powerpoint/2010/main" val="11421730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4E5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E2341B9A-EE58-43B3-B9B3-48F4D783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20624" y="0"/>
            <a:ext cx="7668455" cy="10401374"/>
          </a:xfrm>
          <a:custGeom xmlns:a="http://schemas.openxmlformats.org/drawingml/2006/main">
            <a:rect l="l" t="t" r="r" b="b"/>
            <a:pathLst>
              <a:path w="7668455" h="10401374">
                <a:moveTo>
                  <a:pt x="0" y="0"/>
                </a:moveTo>
                <a:lnTo>
                  <a:pt x="7668455" y="0"/>
                </a:lnTo>
                <a:lnTo>
                  <a:pt x="7668455" y="10401374"/>
                </a:lnTo>
                <a:lnTo>
                  <a:pt x="0" y="10401374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73b14d6a88e4d08">
              <a:extLst>
                <a:ext uri="{96DAC541-7B7A-43D3-8B79-37D633B846F1}">
                  <asvg:svgBlip xmlns:asvg="http://schemas.microsoft.com/office/drawing/2016/SVG/main" r:embed="R009bdb3dbf774e22"/>
                </a:ext>
              </a:extLst>
            </a:blip>
            <a:stretch>
              <a:fillRect l="0" t="0" r="-35638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4409C5A6-FAFA-4316-A857-FB9FE56D3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39536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9dd6607fb124cb0">
              <a:extLst>
                <a:ext uri="{96DAC541-7B7A-43D3-8B79-37D633B846F1}">
                  <asvg:svgBlip xmlns:asvg="http://schemas.microsoft.com/office/drawing/2016/SVG/main" r:embed="R329dfe7dbb0249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03624EED-3A87-434A-95F2-7237B2CC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14315" y="479227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9dd6607fb124cb0">
              <a:extLst>
                <a:ext uri="{96DAC541-7B7A-43D3-8B79-37D633B846F1}">
                  <asvg:svgBlip xmlns:asvg="http://schemas.microsoft.com/office/drawing/2016/SVG/main" r:embed="R329dfe7dbb0249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CB17E35D-34E8-4F78-8DC3-3BA38D27E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00792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7" y="0"/>
                </a:lnTo>
                <a:lnTo>
                  <a:pt x="2362647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9dd6607fb124cb0">
              <a:extLst>
                <a:ext uri="{96DAC541-7B7A-43D3-8B79-37D633B846F1}">
                  <asvg:svgBlip xmlns:asvg="http://schemas.microsoft.com/office/drawing/2016/SVG/main" r:embed="R329dfe7dbb0249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3A2659B7-0101-492F-BE76-A3F9E1EA6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1">
            <a:off x="-139536" y="9177967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1658599"/>
                </a:moveTo>
                <a:lnTo>
                  <a:pt x="2789693" y="1658599"/>
                </a:lnTo>
                <a:lnTo>
                  <a:pt x="2789693" y="0"/>
                </a:lnTo>
                <a:lnTo>
                  <a:pt x="0" y="0"/>
                </a:lnTo>
                <a:lnTo>
                  <a:pt x="0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9dd6607fb124cb0">
              <a:extLst>
                <a:ext uri="{96DAC541-7B7A-43D3-8B79-37D633B846F1}">
                  <asvg:svgBlip xmlns:asvg="http://schemas.microsoft.com/office/drawing/2016/SVG/main" r:embed="R329dfe7dbb0249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039B687A-D28A-4E0A-AE14-AEAE41D0E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1">
            <a:off x="-1214315" y="8234368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1658599"/>
                </a:moveTo>
                <a:lnTo>
                  <a:pt x="2789693" y="1658599"/>
                </a:lnTo>
                <a:lnTo>
                  <a:pt x="2789693" y="0"/>
                </a:lnTo>
                <a:lnTo>
                  <a:pt x="0" y="0"/>
                </a:lnTo>
                <a:lnTo>
                  <a:pt x="0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9dd6607fb124cb0">
              <a:extLst>
                <a:ext uri="{96DAC541-7B7A-43D3-8B79-37D633B846F1}">
                  <asvg:svgBlip xmlns:asvg="http://schemas.microsoft.com/office/drawing/2016/SVG/main" r:embed="R329dfe7dbb0249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4407395D-08D3-4136-A7F2-BAEC0F1E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1">
            <a:off x="-1000792" y="9238143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1404701"/>
                </a:moveTo>
                <a:lnTo>
                  <a:pt x="2362647" y="1404701"/>
                </a:lnTo>
                <a:lnTo>
                  <a:pt x="2362647" y="0"/>
                </a:lnTo>
                <a:lnTo>
                  <a:pt x="0" y="0"/>
                </a:lnTo>
                <a:lnTo>
                  <a:pt x="0" y="1404701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9dd6607fb124cb0">
              <a:extLst>
                <a:ext uri="{96DAC541-7B7A-43D3-8B79-37D633B846F1}">
                  <asvg:svgBlip xmlns:asvg="http://schemas.microsoft.com/office/drawing/2016/SVG/main" r:embed="R329dfe7dbb0249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793CE9FE-CAEF-4A25-B004-B39BDD35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46629" y="2259571"/>
            <a:ext cx="13171083" cy="7747696"/>
          </a:xfrm>
          <a:custGeom xmlns:a="http://schemas.openxmlformats.org/drawingml/2006/main">
            <a:rect l="l" t="t" r="r" b="b"/>
            <a:pathLst>
              <a:path w="13171083" h="7747696">
                <a:moveTo>
                  <a:pt x="0" y="0"/>
                </a:moveTo>
                <a:lnTo>
                  <a:pt x="13171083" y="0"/>
                </a:lnTo>
                <a:lnTo>
                  <a:pt x="13171083" y="7747696"/>
                </a:lnTo>
                <a:lnTo>
                  <a:pt x="0" y="7747696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596598579d24f9b"/>
            <a:stretch>
              <a:fillRect l="0" t="0" r="0" b="0"/>
            </a:stretch>
          </a:blipFill>
        </p:spPr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54D6E8D6-FAC4-47A5-9E08-85079DA3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60509" y="-121773"/>
            <a:ext cx="7410085" cy="2207714"/>
          </a:xfrm>
          <a:custGeom xmlns:a="http://schemas.openxmlformats.org/drawingml/2006/main">
            <a:rect l="l" t="t" r="r" b="b"/>
            <a:pathLst>
              <a:path w="8928574" h="2660123">
                <a:moveTo>
                  <a:pt x="0" y="0"/>
                </a:moveTo>
                <a:lnTo>
                  <a:pt x="8928574" y="0"/>
                </a:lnTo>
                <a:lnTo>
                  <a:pt x="8928574" y="2660123"/>
                </a:lnTo>
                <a:lnTo>
                  <a:pt x="0" y="2660123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6923b764c864bfd">
              <a:alphaModFix amt="0"/>
            </a:blip>
            <a:stretch>
              <a:fillRect l="0" t="-11036" r="59034" b="57453"/>
            </a:stretch>
          </a:blipFill>
        </p:spPr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CFEF4CBC-1D61-4723-9609-FC8580C7C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60509" y="-169203"/>
            <a:ext cx="7410085" cy="22551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4799"/>
              </a:lnSpc>
              <a:buNone/>
            </a:pPr>
            <a:r>
              <a:rPr sz="3999" b="1">
                <a:solidFill>
                  <a:srgbClr val="5E17EB"/>
                </a:solidFill>
                <a:latin typeface="Codec Pro Bold"/>
                <a:ea typeface="Codec Pro Bold"/>
                <a:cs typeface="Codec Pro Bold"/>
              </a:rPr>
              <a:t>Product Backlog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3E9C4FAB-08AA-4C8E-BA17-C992F6A5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a039eebad3f4f60"/>
            <a:stretch>
              <a:fillRect l="0" t="0" r="0" b="0"/>
            </a:stretch>
          </a:blip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BAB1C8A5-F753-427B-B211-E6E0A591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7737" y="1594901"/>
            <a:ext cx="6255630" cy="542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840"/>
              </a:lnSpc>
              <a:spcBef>
                <a:spcPct val="0"/>
              </a:spcBef>
              <a:buNone/>
            </a:pPr>
            <a:r>
              <a:rPr sz="3200" b="1" u="sng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hlinkClick xmlns:r="http://schemas.openxmlformats.org/officeDocument/2006/relationships" r:id="R566fcf3a181d475e"/>
              </a:rPr>
              <a:t>https://trello.com/b/YlramyOI</a:t>
            </a:r>
          </a:p>
        </p:txBody>
      </p:sp>
    </p:spTree>
    <p:extLst>
      <p:ext uri="{BB962C8B-B14F-4D97-AF65-F5344CB8AC3E}">
        <p14:creationId xmlns:p14="http://schemas.microsoft.com/office/powerpoint/2010/main" val="14917965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519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547C5097-35A9-42EB-BAE9-02209EAE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7795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46757ff46704599">
              <a:extLst>
                <a:ext uri="{96DAC541-7B7A-43D3-8B79-37D633B846F1}">
                  <asvg:svgBlip xmlns:asvg="http://schemas.microsoft.com/office/drawing/2016/SVG/main" r:embed="Rfd42c7cd71394c2d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66E61222-0CB1-4352-B56E-90186A95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60994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46757ff46704599">
              <a:extLst>
                <a:ext uri="{96DAC541-7B7A-43D3-8B79-37D633B846F1}">
                  <asvg:svgBlip xmlns:asvg="http://schemas.microsoft.com/office/drawing/2016/SVG/main" r:embed="Rfd42c7cd71394c2d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CCD585F2-AB86-444C-BA4C-08F03217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847471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46757ff46704599">
              <a:extLst>
                <a:ext uri="{96DAC541-7B7A-43D3-8B79-37D633B846F1}">
                  <asvg:svgBlip xmlns:asvg="http://schemas.microsoft.com/office/drawing/2016/SVG/main" r:embed="Rfd42c7cd71394c2d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6C71BCF2-2FFE-4541-B993-E4691A644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5682795" y="9177967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46757ff46704599">
              <a:extLst>
                <a:ext uri="{96DAC541-7B7A-43D3-8B79-37D633B846F1}">
                  <asvg:svgBlip xmlns:asvg="http://schemas.microsoft.com/office/drawing/2016/SVG/main" r:embed="Rfd42c7cd71394c2d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89E226E0-8A73-48D5-A747-872CFFF2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559302" y="8234368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46757ff46704599">
              <a:extLst>
                <a:ext uri="{96DAC541-7B7A-43D3-8B79-37D633B846F1}">
                  <asvg:svgBlip xmlns:asvg="http://schemas.microsoft.com/office/drawing/2016/SVG/main" r:embed="Rfd42c7cd71394c2d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7CE49B8D-21F6-4B24-B892-156A93F4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772825" y="9238143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46757ff46704599">
              <a:extLst>
                <a:ext uri="{96DAC541-7B7A-43D3-8B79-37D633B846F1}">
                  <asvg:svgBlip xmlns:asvg="http://schemas.microsoft.com/office/drawing/2016/SVG/main" r:embed="Rfd42c7cd71394c2d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40073D3C-C8AA-46D7-BA3D-D97AD0545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23213"/>
            <a:ext cx="10795667" cy="1404045"/>
          </a:xfrm>
          <a:custGeom xmlns:a="http://schemas.openxmlformats.org/drawingml/2006/main">
            <a:rect l="l" t="t" r="r" b="b"/>
            <a:pathLst>
              <a:path w="13007935" h="1691764">
                <a:moveTo>
                  <a:pt x="0" y="0"/>
                </a:moveTo>
                <a:lnTo>
                  <a:pt x="13007935" y="0"/>
                </a:lnTo>
                <a:lnTo>
                  <a:pt x="13007935" y="1691764"/>
                </a:lnTo>
                <a:lnTo>
                  <a:pt x="0" y="1691764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0bf0048107a4685">
              <a:alphaModFix amt="0"/>
            </a:blip>
            <a:stretch>
              <a:fillRect l="0" t="-17353" r="71881" b="33100"/>
            </a:stretch>
          </a:blip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54F0D9E3-078F-497E-B0DD-4336E0295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-47932"/>
            <a:ext cx="10795667" cy="14751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6000"/>
              </a:lnSpc>
              <a:buNone/>
            </a:pPr>
            <a:r>
              <a:rPr sz="5000" b="1">
                <a:solidFill>
                  <a:srgbClr val="5E17EB"/>
                </a:solidFill>
                <a:latin typeface="Codec Pro Bold"/>
                <a:ea typeface="Codec Pro Bold"/>
                <a:cs typeface="Codec Pro Bold"/>
              </a:rPr>
              <a:t>User Flow Diagrams</a:t>
            </a: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D6F30FED-B24E-4333-B166-DDC7037BF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78046bf45058450c"/>
            <a:stretch>
              <a:fillRect l="0" t="0" r="0" b="0"/>
            </a:stretch>
          </a:blipFill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EDE754A9-AFB5-4AA5-8583-F98F1B3A9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18505" y="2156713"/>
            <a:ext cx="13084230" cy="7359879"/>
          </a:xfrm>
          <a:custGeom xmlns:a="http://schemas.openxmlformats.org/drawingml/2006/main">
            <a:rect l="l" t="t" r="r" b="b"/>
            <a:pathLst>
              <a:path w="13084230" h="7359879">
                <a:moveTo>
                  <a:pt x="0" y="0"/>
                </a:moveTo>
                <a:lnTo>
                  <a:pt x="13084230" y="0"/>
                </a:lnTo>
                <a:lnTo>
                  <a:pt x="13084230" y="7359879"/>
                </a:lnTo>
                <a:lnTo>
                  <a:pt x="0" y="735987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c53ee11075d4212"/>
            <a:stretch>
              <a:fillRect l="0" t="0" r="0" b="0"/>
            </a:stretch>
          </a:blipFill>
        </p:spPr>
      </p:sp>
    </p:spTree>
    <p:extLst>
      <p:ext uri="{BB962C8B-B14F-4D97-AF65-F5344CB8AC3E}">
        <p14:creationId xmlns:p14="http://schemas.microsoft.com/office/powerpoint/2010/main" val="13760788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519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E4C1A38C-0965-4899-ADAC-78C80BAB3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7795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94e045fd0364cb5">
              <a:extLst>
                <a:ext uri="{96DAC541-7B7A-43D3-8B79-37D633B846F1}">
                  <asvg:svgBlip xmlns:asvg="http://schemas.microsoft.com/office/drawing/2016/SVG/main" r:embed="Refa36920d21f431e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DE32A039-9889-4BCB-B3EA-FDA1E7F6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60994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94e045fd0364cb5">
              <a:extLst>
                <a:ext uri="{96DAC541-7B7A-43D3-8B79-37D633B846F1}">
                  <asvg:svgBlip xmlns:asvg="http://schemas.microsoft.com/office/drawing/2016/SVG/main" r:embed="Refa36920d21f431e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74EDC7A5-4BAB-476C-9D11-540158880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847471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94e045fd0364cb5">
              <a:extLst>
                <a:ext uri="{96DAC541-7B7A-43D3-8B79-37D633B846F1}">
                  <asvg:svgBlip xmlns:asvg="http://schemas.microsoft.com/office/drawing/2016/SVG/main" r:embed="Refa36920d21f431e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B1D0D7A3-567B-4605-887A-D75562D1B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5682795" y="9177967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94e045fd0364cb5">
              <a:extLst>
                <a:ext uri="{96DAC541-7B7A-43D3-8B79-37D633B846F1}">
                  <asvg:svgBlip xmlns:asvg="http://schemas.microsoft.com/office/drawing/2016/SVG/main" r:embed="Refa36920d21f431e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C0C2B053-774D-46CE-B6BB-DC2CB9715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559302" y="8234368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94e045fd0364cb5">
              <a:extLst>
                <a:ext uri="{96DAC541-7B7A-43D3-8B79-37D633B846F1}">
                  <asvg:svgBlip xmlns:asvg="http://schemas.microsoft.com/office/drawing/2016/SVG/main" r:embed="Refa36920d21f431e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E03C0267-21F3-4DDE-887B-CD9528DE5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772825" y="9238143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94e045fd0364cb5">
              <a:extLst>
                <a:ext uri="{96DAC541-7B7A-43D3-8B79-37D633B846F1}">
                  <asvg:svgBlip xmlns:asvg="http://schemas.microsoft.com/office/drawing/2016/SVG/main" r:embed="Refa36920d21f431e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B5E740F7-1F1B-4A49-A6D7-F6AB089F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23213"/>
            <a:ext cx="10795667" cy="1404045"/>
          </a:xfrm>
          <a:custGeom xmlns:a="http://schemas.openxmlformats.org/drawingml/2006/main">
            <a:rect l="l" t="t" r="r" b="b"/>
            <a:pathLst>
              <a:path w="13007935" h="1691764">
                <a:moveTo>
                  <a:pt x="0" y="0"/>
                </a:moveTo>
                <a:lnTo>
                  <a:pt x="13007935" y="0"/>
                </a:lnTo>
                <a:lnTo>
                  <a:pt x="13007935" y="1691764"/>
                </a:lnTo>
                <a:lnTo>
                  <a:pt x="0" y="1691764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f8f38be1b5a4334">
              <a:alphaModFix amt="0"/>
            </a:blip>
            <a:stretch>
              <a:fillRect l="0" t="-17353" r="71881" b="33100"/>
            </a:stretch>
          </a:blip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8EA335AB-25B1-46C5-BA09-467A4C47C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-47932"/>
            <a:ext cx="10795667" cy="14751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6000"/>
              </a:lnSpc>
              <a:buNone/>
            </a:pPr>
            <a:r>
              <a:rPr sz="5000" b="1">
                <a:solidFill>
                  <a:srgbClr val="5E17EB"/>
                </a:solidFill>
                <a:latin typeface="Codec Pro Bold"/>
                <a:ea typeface="Codec Pro Bold"/>
                <a:cs typeface="Codec Pro Bold"/>
              </a:rPr>
              <a:t>User Flow Diagrams</a:t>
            </a: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2AF5A063-58E7-41E1-AB23-ADBEBBB41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c2679657307415a"/>
            <a:stretch>
              <a:fillRect l="0" t="0" r="0" b="0"/>
            </a:stretch>
          </a:blipFill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D82FB644-BCC8-4297-9A5E-8C76C07BB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01885" y="1463560"/>
            <a:ext cx="13084230" cy="7359879"/>
          </a:xfrm>
          <a:custGeom xmlns:a="http://schemas.openxmlformats.org/drawingml/2006/main">
            <a:rect l="l" t="t" r="r" b="b"/>
            <a:pathLst>
              <a:path w="13084230" h="7359879">
                <a:moveTo>
                  <a:pt x="0" y="0"/>
                </a:moveTo>
                <a:lnTo>
                  <a:pt x="13084230" y="0"/>
                </a:lnTo>
                <a:lnTo>
                  <a:pt x="13084230" y="7359880"/>
                </a:lnTo>
                <a:lnTo>
                  <a:pt x="0" y="735988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3bc982cfad2540b1"/>
            <a:stretch>
              <a:fillRect l="0" t="0" r="0" b="0"/>
            </a:stretch>
          </a:blipFill>
        </p:spPr>
      </p:sp>
    </p:spTree>
    <p:extLst>
      <p:ext uri="{BB962C8B-B14F-4D97-AF65-F5344CB8AC3E}">
        <p14:creationId xmlns:p14="http://schemas.microsoft.com/office/powerpoint/2010/main" val="12786141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519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97D26E52-2AA6-4A5B-9046-0C6EF3A8B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7795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45fbfd53087414d">
              <a:extLst>
                <a:ext uri="{96DAC541-7B7A-43D3-8B79-37D633B846F1}">
                  <asvg:svgBlip xmlns:asvg="http://schemas.microsoft.com/office/drawing/2016/SVG/main" r:embed="Ree84d30e2af045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B86291B-8DBE-432C-900F-3EB81277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60994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45fbfd53087414d">
              <a:extLst>
                <a:ext uri="{96DAC541-7B7A-43D3-8B79-37D633B846F1}">
                  <asvg:svgBlip xmlns:asvg="http://schemas.microsoft.com/office/drawing/2016/SVG/main" r:embed="Ree84d30e2af045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C42884C3-9866-49D2-897C-9ED5F07C2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847471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45fbfd53087414d">
              <a:extLst>
                <a:ext uri="{96DAC541-7B7A-43D3-8B79-37D633B846F1}">
                  <asvg:svgBlip xmlns:asvg="http://schemas.microsoft.com/office/drawing/2016/SVG/main" r:embed="Ree84d30e2af045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65469148-707B-4C62-B1BC-A2C657EBC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5682795" y="9177967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45fbfd53087414d">
              <a:extLst>
                <a:ext uri="{96DAC541-7B7A-43D3-8B79-37D633B846F1}">
                  <asvg:svgBlip xmlns:asvg="http://schemas.microsoft.com/office/drawing/2016/SVG/main" r:embed="Ree84d30e2af045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9EF6BEE8-2B28-4921-A20D-E3D405D67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559302" y="8234368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45fbfd53087414d">
              <a:extLst>
                <a:ext uri="{96DAC541-7B7A-43D3-8B79-37D633B846F1}">
                  <asvg:svgBlip xmlns:asvg="http://schemas.microsoft.com/office/drawing/2016/SVG/main" r:embed="Ree84d30e2af045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41E1BCF9-FE11-4807-9DCF-B8009725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772825" y="9238143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45fbfd53087414d">
              <a:extLst>
                <a:ext uri="{96DAC541-7B7A-43D3-8B79-37D633B846F1}">
                  <asvg:svgBlip xmlns:asvg="http://schemas.microsoft.com/office/drawing/2016/SVG/main" r:embed="Ree84d30e2af045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E6C174C4-50D2-4490-BD0A-E7DA612B1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23213"/>
            <a:ext cx="10795667" cy="1404045"/>
          </a:xfrm>
          <a:custGeom xmlns:a="http://schemas.openxmlformats.org/drawingml/2006/main">
            <a:rect l="l" t="t" r="r" b="b"/>
            <a:pathLst>
              <a:path w="13007935" h="1691764">
                <a:moveTo>
                  <a:pt x="0" y="0"/>
                </a:moveTo>
                <a:lnTo>
                  <a:pt x="13007935" y="0"/>
                </a:lnTo>
                <a:lnTo>
                  <a:pt x="13007935" y="1691764"/>
                </a:lnTo>
                <a:lnTo>
                  <a:pt x="0" y="1691764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633cb945bda4a90">
              <a:alphaModFix amt="0"/>
            </a:blip>
            <a:stretch>
              <a:fillRect l="0" t="-17353" r="71881" b="33100"/>
            </a:stretch>
          </a:blip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289D4568-C4AF-436D-A328-E6EBDDD10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-47932"/>
            <a:ext cx="10795667" cy="14751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6000"/>
              </a:lnSpc>
              <a:buNone/>
            </a:pPr>
            <a:r>
              <a:rPr sz="5000" b="1">
                <a:solidFill>
                  <a:srgbClr val="5E17EB"/>
                </a:solidFill>
                <a:latin typeface="Codec Pro Bold"/>
                <a:ea typeface="Codec Pro Bold"/>
                <a:cs typeface="Codec Pro Bold"/>
              </a:rPr>
              <a:t>User Flow Diagrams</a:t>
            </a: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39D361C1-4DA4-4A79-9BA6-8277DF0B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9b3ad441c2a4f6a"/>
            <a:stretch>
              <a:fillRect l="0" t="0" r="0" b="0"/>
            </a:stretch>
          </a:blipFill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C2B0334A-D651-4656-9D60-98C97766C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01885" y="1463560"/>
            <a:ext cx="13084230" cy="7359879"/>
          </a:xfrm>
          <a:custGeom xmlns:a="http://schemas.openxmlformats.org/drawingml/2006/main">
            <a:rect l="l" t="t" r="r" b="b"/>
            <a:pathLst>
              <a:path w="13084230" h="7359879">
                <a:moveTo>
                  <a:pt x="0" y="0"/>
                </a:moveTo>
                <a:lnTo>
                  <a:pt x="13084230" y="0"/>
                </a:lnTo>
                <a:lnTo>
                  <a:pt x="13084230" y="7359880"/>
                </a:lnTo>
                <a:lnTo>
                  <a:pt x="0" y="735988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d29f2eddb6e4122"/>
            <a:stretch>
              <a:fillRect l="0" t="0" r="0" b="0"/>
            </a:stretch>
          </a:blipFill>
        </p:spPr>
      </p:sp>
    </p:spTree>
    <p:extLst>
      <p:ext uri="{BB962C8B-B14F-4D97-AF65-F5344CB8AC3E}">
        <p14:creationId xmlns:p14="http://schemas.microsoft.com/office/powerpoint/2010/main" val="2281426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519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1F81D664-F42B-4658-AD0C-02A76D928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7795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a6941a2c3974a9a">
              <a:extLst>
                <a:ext uri="{96DAC541-7B7A-43D3-8B79-37D633B846F1}">
                  <asvg:svgBlip xmlns:asvg="http://schemas.microsoft.com/office/drawing/2016/SVG/main" r:embed="R060fc46815264a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A257D477-F39E-47A7-8CFA-F455EB5AF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60994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a6941a2c3974a9a">
              <a:extLst>
                <a:ext uri="{96DAC541-7B7A-43D3-8B79-37D633B846F1}">
                  <asvg:svgBlip xmlns:asvg="http://schemas.microsoft.com/office/drawing/2016/SVG/main" r:embed="R060fc46815264a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405DA752-42CD-4C08-BB04-1E229C4C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847471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a6941a2c3974a9a">
              <a:extLst>
                <a:ext uri="{96DAC541-7B7A-43D3-8B79-37D633B846F1}">
                  <asvg:svgBlip xmlns:asvg="http://schemas.microsoft.com/office/drawing/2016/SVG/main" r:embed="R060fc46815264a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180DD7F2-7E1E-4838-9D2A-0F48942A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5682795" y="9177967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a6941a2c3974a9a">
              <a:extLst>
                <a:ext uri="{96DAC541-7B7A-43D3-8B79-37D633B846F1}">
                  <asvg:svgBlip xmlns:asvg="http://schemas.microsoft.com/office/drawing/2016/SVG/main" r:embed="R060fc46815264a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963CA907-79B4-4405-9FBE-71C80D159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559302" y="8234368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a6941a2c3974a9a">
              <a:extLst>
                <a:ext uri="{96DAC541-7B7A-43D3-8B79-37D633B846F1}">
                  <asvg:svgBlip xmlns:asvg="http://schemas.microsoft.com/office/drawing/2016/SVG/main" r:embed="R060fc46815264a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B2AB0E35-C85F-440F-A8BE-012FC60C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772825" y="9238143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a6941a2c3974a9a">
              <a:extLst>
                <a:ext uri="{96DAC541-7B7A-43D3-8B79-37D633B846F1}">
                  <asvg:svgBlip xmlns:asvg="http://schemas.microsoft.com/office/drawing/2016/SVG/main" r:embed="R060fc46815264a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854B5B34-0801-4869-9B10-7179F7E9C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23213"/>
            <a:ext cx="10795667" cy="1404045"/>
          </a:xfrm>
          <a:custGeom xmlns:a="http://schemas.openxmlformats.org/drawingml/2006/main">
            <a:rect l="l" t="t" r="r" b="b"/>
            <a:pathLst>
              <a:path w="13007935" h="1691764">
                <a:moveTo>
                  <a:pt x="0" y="0"/>
                </a:moveTo>
                <a:lnTo>
                  <a:pt x="13007935" y="0"/>
                </a:lnTo>
                <a:lnTo>
                  <a:pt x="13007935" y="1691764"/>
                </a:lnTo>
                <a:lnTo>
                  <a:pt x="0" y="1691764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15b5e92e37f43e8">
              <a:alphaModFix amt="0"/>
            </a:blip>
            <a:stretch>
              <a:fillRect l="0" t="-17353" r="71881" b="33100"/>
            </a:stretch>
          </a:blip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C2F22BCF-D4A8-4B47-A6D4-58CB93D4E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-47932"/>
            <a:ext cx="10795667" cy="14751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6000"/>
              </a:lnSpc>
              <a:buNone/>
            </a:pPr>
            <a:r>
              <a:rPr sz="5000" b="1">
                <a:solidFill>
                  <a:srgbClr val="5E17EB"/>
                </a:solidFill>
                <a:latin typeface="Codec Pro Bold"/>
                <a:ea typeface="Codec Pro Bold"/>
                <a:cs typeface="Codec Pro Bold"/>
              </a:rPr>
              <a:t>User Flow Diagrams</a:t>
            </a: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52C5580D-2B3A-4965-94B7-16E523B2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ffc688a96ec42b5"/>
            <a:stretch>
              <a:fillRect l="0" t="0" r="0" b="0"/>
            </a:stretch>
          </a:blipFill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C68F962B-F218-4387-AE72-C68649D9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18505" y="1427258"/>
            <a:ext cx="13084230" cy="7359879"/>
          </a:xfrm>
          <a:custGeom xmlns:a="http://schemas.openxmlformats.org/drawingml/2006/main">
            <a:rect l="l" t="t" r="r" b="b"/>
            <a:pathLst>
              <a:path w="13084230" h="7359879">
                <a:moveTo>
                  <a:pt x="0" y="0"/>
                </a:moveTo>
                <a:lnTo>
                  <a:pt x="13084230" y="0"/>
                </a:lnTo>
                <a:lnTo>
                  <a:pt x="13084230" y="7359879"/>
                </a:lnTo>
                <a:lnTo>
                  <a:pt x="0" y="735987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e4ca010198d444a"/>
            <a:stretch>
              <a:fillRect l="0" t="0" r="0" b="0"/>
            </a:stretch>
          </a:blipFill>
        </p:spPr>
      </p:sp>
    </p:spTree>
    <p:extLst>
      <p:ext uri="{BB962C8B-B14F-4D97-AF65-F5344CB8AC3E}">
        <p14:creationId xmlns:p14="http://schemas.microsoft.com/office/powerpoint/2010/main" val="18321347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519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93209887-BD52-4229-8B53-3CA8C5F9B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7795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a7ed39b4e404f97">
              <a:extLst>
                <a:ext uri="{96DAC541-7B7A-43D3-8B79-37D633B846F1}">
                  <asvg:svgBlip xmlns:asvg="http://schemas.microsoft.com/office/drawing/2016/SVG/main" r:embed="R729db1aa045b434b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5D433118-89AB-4381-A2BC-92BCD08D0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60994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a7ed39b4e404f97">
              <a:extLst>
                <a:ext uri="{96DAC541-7B7A-43D3-8B79-37D633B846F1}">
                  <asvg:svgBlip xmlns:asvg="http://schemas.microsoft.com/office/drawing/2016/SVG/main" r:embed="R729db1aa045b434b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14BAB458-57EB-414B-8745-0D0BB6FC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847471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a7ed39b4e404f97">
              <a:extLst>
                <a:ext uri="{96DAC541-7B7A-43D3-8B79-37D633B846F1}">
                  <asvg:svgBlip xmlns:asvg="http://schemas.microsoft.com/office/drawing/2016/SVG/main" r:embed="R729db1aa045b434b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B8A2FC76-4DE8-4267-9BC9-B97B17322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5682795" y="9177967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a7ed39b4e404f97">
              <a:extLst>
                <a:ext uri="{96DAC541-7B7A-43D3-8B79-37D633B846F1}">
                  <asvg:svgBlip xmlns:asvg="http://schemas.microsoft.com/office/drawing/2016/SVG/main" r:embed="R729db1aa045b434b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57AF06B1-0110-45CB-AB9F-858E1B78B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559302" y="8234368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a7ed39b4e404f97">
              <a:extLst>
                <a:ext uri="{96DAC541-7B7A-43D3-8B79-37D633B846F1}">
                  <asvg:svgBlip xmlns:asvg="http://schemas.microsoft.com/office/drawing/2016/SVG/main" r:embed="R729db1aa045b434b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E3B8F9B5-566E-4287-8EAF-A295AAA3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772825" y="9238143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a7ed39b4e404f97">
              <a:extLst>
                <a:ext uri="{96DAC541-7B7A-43D3-8B79-37D633B846F1}">
                  <asvg:svgBlip xmlns:asvg="http://schemas.microsoft.com/office/drawing/2016/SVG/main" r:embed="R729db1aa045b434b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7F982BF6-B7FD-41CE-BBFF-5860A0997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23213"/>
            <a:ext cx="10795667" cy="1404045"/>
          </a:xfrm>
          <a:custGeom xmlns:a="http://schemas.openxmlformats.org/drawingml/2006/main">
            <a:rect l="l" t="t" r="r" b="b"/>
            <a:pathLst>
              <a:path w="13007935" h="1691764">
                <a:moveTo>
                  <a:pt x="0" y="0"/>
                </a:moveTo>
                <a:lnTo>
                  <a:pt x="13007935" y="0"/>
                </a:lnTo>
                <a:lnTo>
                  <a:pt x="13007935" y="1691764"/>
                </a:lnTo>
                <a:lnTo>
                  <a:pt x="0" y="1691764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441a4f8c6994977">
              <a:alphaModFix amt="0"/>
            </a:blip>
            <a:stretch>
              <a:fillRect l="0" t="-17353" r="71881" b="33100"/>
            </a:stretch>
          </a:blip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30081BF8-38DE-4E47-A10B-925938A84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-47932"/>
            <a:ext cx="10795667" cy="14751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6000"/>
              </a:lnSpc>
              <a:buNone/>
            </a:pPr>
            <a:r>
              <a:rPr sz="5000" b="1">
                <a:solidFill>
                  <a:srgbClr val="5E17EB"/>
                </a:solidFill>
                <a:latin typeface="Codec Pro Bold"/>
                <a:ea typeface="Codec Pro Bold"/>
                <a:cs typeface="Codec Pro Bold"/>
              </a:rPr>
              <a:t>User Flow Diagrams</a:t>
            </a: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19359FCE-9FE9-45CC-861B-B55685588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2158160253549b8"/>
            <a:stretch>
              <a:fillRect l="0" t="0" r="0" b="0"/>
            </a:stretch>
          </a:blipFill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EAB44B5C-AD5F-4439-9103-E78920236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1898" y="1703788"/>
            <a:ext cx="13084230" cy="7359879"/>
          </a:xfrm>
          <a:custGeom xmlns:a="http://schemas.openxmlformats.org/drawingml/2006/main">
            <a:rect l="l" t="t" r="r" b="b"/>
            <a:pathLst>
              <a:path w="13084230" h="7359879">
                <a:moveTo>
                  <a:pt x="0" y="0"/>
                </a:moveTo>
                <a:lnTo>
                  <a:pt x="13084230" y="0"/>
                </a:lnTo>
                <a:lnTo>
                  <a:pt x="13084230" y="7359879"/>
                </a:lnTo>
                <a:lnTo>
                  <a:pt x="0" y="735987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a8595032abe4fa7"/>
            <a:stretch>
              <a:fillRect l="0" t="0" r="0" b="0"/>
            </a:stretch>
          </a:blipFill>
        </p:spPr>
      </p:sp>
    </p:spTree>
    <p:extLst>
      <p:ext uri="{BB962C8B-B14F-4D97-AF65-F5344CB8AC3E}">
        <p14:creationId xmlns:p14="http://schemas.microsoft.com/office/powerpoint/2010/main" val="11853957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519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444C9F0F-F890-4944-A1FA-3CF30C115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7795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d65b2a88ddc4395">
              <a:extLst>
                <a:ext uri="{96DAC541-7B7A-43D3-8B79-37D633B846F1}">
                  <asvg:svgBlip xmlns:asvg="http://schemas.microsoft.com/office/drawing/2016/SVG/main" r:embed="R5e9b4c346c704a0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E0D6DCC0-7FFE-4CF9-AA82-F8BCFC824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60994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d65b2a88ddc4395">
              <a:extLst>
                <a:ext uri="{96DAC541-7B7A-43D3-8B79-37D633B846F1}">
                  <asvg:svgBlip xmlns:asvg="http://schemas.microsoft.com/office/drawing/2016/SVG/main" r:embed="R5e9b4c346c704a0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7CB847A4-5B4A-4D61-BF59-6BAB9B91C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847471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d65b2a88ddc4395">
              <a:extLst>
                <a:ext uri="{96DAC541-7B7A-43D3-8B79-37D633B846F1}">
                  <asvg:svgBlip xmlns:asvg="http://schemas.microsoft.com/office/drawing/2016/SVG/main" r:embed="R5e9b4c346c704a0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B742CC56-9267-43A7-AC1B-7B4CC62D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5682795" y="9177967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d65b2a88ddc4395">
              <a:extLst>
                <a:ext uri="{96DAC541-7B7A-43D3-8B79-37D633B846F1}">
                  <asvg:svgBlip xmlns:asvg="http://schemas.microsoft.com/office/drawing/2016/SVG/main" r:embed="R5e9b4c346c704a0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9CC94F50-8782-4FF5-A922-A4A41407A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559302" y="8234368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d65b2a88ddc4395">
              <a:extLst>
                <a:ext uri="{96DAC541-7B7A-43D3-8B79-37D633B846F1}">
                  <asvg:svgBlip xmlns:asvg="http://schemas.microsoft.com/office/drawing/2016/SVG/main" r:embed="R5e9b4c346c704a0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318B2D10-C448-4326-B53A-0A814C75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772825" y="9238143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d65b2a88ddc4395">
              <a:extLst>
                <a:ext uri="{96DAC541-7B7A-43D3-8B79-37D633B846F1}">
                  <asvg:svgBlip xmlns:asvg="http://schemas.microsoft.com/office/drawing/2016/SVG/main" r:embed="R5e9b4c346c704a0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7CA4DA41-6FEF-44DB-9765-1C34F264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23213"/>
            <a:ext cx="10795667" cy="1404045"/>
          </a:xfrm>
          <a:custGeom xmlns:a="http://schemas.openxmlformats.org/drawingml/2006/main">
            <a:rect l="l" t="t" r="r" b="b"/>
            <a:pathLst>
              <a:path w="13007935" h="1691764">
                <a:moveTo>
                  <a:pt x="0" y="0"/>
                </a:moveTo>
                <a:lnTo>
                  <a:pt x="13007935" y="0"/>
                </a:lnTo>
                <a:lnTo>
                  <a:pt x="13007935" y="1691764"/>
                </a:lnTo>
                <a:lnTo>
                  <a:pt x="0" y="1691764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47c7824d6e04545">
              <a:alphaModFix amt="0"/>
            </a:blip>
            <a:stretch>
              <a:fillRect l="0" t="-17353" r="71881" b="33100"/>
            </a:stretch>
          </a:blip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498145CD-D9C7-47E3-AC74-DDD06096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-47932"/>
            <a:ext cx="10795667" cy="14751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6000"/>
              </a:lnSpc>
              <a:buNone/>
            </a:pPr>
            <a:r>
              <a:rPr sz="5000" b="1">
                <a:solidFill>
                  <a:srgbClr val="5E17EB"/>
                </a:solidFill>
                <a:latin typeface="Codec Pro Bold"/>
                <a:ea typeface="Codec Pro Bold"/>
                <a:cs typeface="Codec Pro Bold"/>
              </a:rPr>
              <a:t>User Flow Diagrams</a:t>
            </a: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BAD77874-B105-4A62-838C-37FBDDF2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a572c0d6c324474"/>
            <a:stretch>
              <a:fillRect l="0" t="0" r="0" b="0"/>
            </a:stretch>
          </a:blipFill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070AF29B-7AEE-4B5A-A9A6-B4782BEE5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01885" y="1463560"/>
            <a:ext cx="13084230" cy="7359879"/>
          </a:xfrm>
          <a:custGeom xmlns:a="http://schemas.openxmlformats.org/drawingml/2006/main">
            <a:rect l="l" t="t" r="r" b="b"/>
            <a:pathLst>
              <a:path w="13084230" h="7359879">
                <a:moveTo>
                  <a:pt x="0" y="0"/>
                </a:moveTo>
                <a:lnTo>
                  <a:pt x="13084230" y="0"/>
                </a:lnTo>
                <a:lnTo>
                  <a:pt x="13084230" y="7359880"/>
                </a:lnTo>
                <a:lnTo>
                  <a:pt x="0" y="735988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7b0273c7f2b44c4"/>
            <a:stretch>
              <a:fillRect l="0" t="0" r="0" b="0"/>
            </a:stretch>
          </a:blipFill>
        </p:spPr>
      </p:sp>
    </p:spTree>
    <p:extLst>
      <p:ext uri="{BB962C8B-B14F-4D97-AF65-F5344CB8AC3E}">
        <p14:creationId xmlns:p14="http://schemas.microsoft.com/office/powerpoint/2010/main" val="2089907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519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793C2307-F196-4FC4-B593-2ACF47D3A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7795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bc025e774394812">
              <a:extLst>
                <a:ext uri="{96DAC541-7B7A-43D3-8B79-37D633B846F1}">
                  <asvg:svgBlip xmlns:asvg="http://schemas.microsoft.com/office/drawing/2016/SVG/main" r:embed="Rcb0d041d9ea9456f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5C76FEDE-0653-48DB-ADB0-30997B38D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60994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bc025e774394812">
              <a:extLst>
                <a:ext uri="{96DAC541-7B7A-43D3-8B79-37D633B846F1}">
                  <asvg:svgBlip xmlns:asvg="http://schemas.microsoft.com/office/drawing/2016/SVG/main" r:embed="Rcb0d041d9ea9456f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748B9A74-5825-437C-A0D8-75D4C611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847471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bc025e774394812">
              <a:extLst>
                <a:ext uri="{96DAC541-7B7A-43D3-8B79-37D633B846F1}">
                  <asvg:svgBlip xmlns:asvg="http://schemas.microsoft.com/office/drawing/2016/SVG/main" r:embed="Rcb0d041d9ea9456f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EF391B8B-5814-4CD0-B13A-7C323153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5682795" y="9177967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bc025e774394812">
              <a:extLst>
                <a:ext uri="{96DAC541-7B7A-43D3-8B79-37D633B846F1}">
                  <asvg:svgBlip xmlns:asvg="http://schemas.microsoft.com/office/drawing/2016/SVG/main" r:embed="Rcb0d041d9ea9456f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F8C0EF49-F7A6-4631-AAF3-C7301ACB9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559302" y="8234368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bc025e774394812">
              <a:extLst>
                <a:ext uri="{96DAC541-7B7A-43D3-8B79-37D633B846F1}">
                  <asvg:svgBlip xmlns:asvg="http://schemas.microsoft.com/office/drawing/2016/SVG/main" r:embed="Rcb0d041d9ea9456f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32814FB2-1593-4E80-AFD0-B46C5B93C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772825" y="9238143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bc025e774394812">
              <a:extLst>
                <a:ext uri="{96DAC541-7B7A-43D3-8B79-37D633B846F1}">
                  <asvg:svgBlip xmlns:asvg="http://schemas.microsoft.com/office/drawing/2016/SVG/main" r:embed="Rcb0d041d9ea9456f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76F6DD89-FE82-428C-8D70-8CAD3485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23213"/>
            <a:ext cx="10795667" cy="1404045"/>
          </a:xfrm>
          <a:custGeom xmlns:a="http://schemas.openxmlformats.org/drawingml/2006/main">
            <a:rect l="l" t="t" r="r" b="b"/>
            <a:pathLst>
              <a:path w="13007935" h="1691764">
                <a:moveTo>
                  <a:pt x="0" y="0"/>
                </a:moveTo>
                <a:lnTo>
                  <a:pt x="13007935" y="0"/>
                </a:lnTo>
                <a:lnTo>
                  <a:pt x="13007935" y="1691764"/>
                </a:lnTo>
                <a:lnTo>
                  <a:pt x="0" y="1691764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ec2c9a480bf4b88">
              <a:alphaModFix amt="0"/>
            </a:blip>
            <a:stretch>
              <a:fillRect l="0" t="-17353" r="71881" b="33100"/>
            </a:stretch>
          </a:blip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E06C53-B4C6-4262-98BD-3B159ADB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-47932"/>
            <a:ext cx="10795667" cy="14751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6000"/>
              </a:lnSpc>
              <a:buNone/>
            </a:pPr>
            <a:r>
              <a:rPr sz="5000" b="1">
                <a:solidFill>
                  <a:srgbClr val="5E17EB"/>
                </a:solidFill>
                <a:latin typeface="Codec Pro Bold"/>
                <a:ea typeface="Codec Pro Bold"/>
                <a:cs typeface="Codec Pro Bold"/>
              </a:rPr>
              <a:t>User Flow Diagrams</a:t>
            </a: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F0723F03-8E28-4333-88BC-8964D8CDE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dde18d048bf4a05"/>
            <a:stretch>
              <a:fillRect l="0" t="0" r="0" b="0"/>
            </a:stretch>
          </a:blipFill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61768BE4-0214-4520-84F6-EDA983EA9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01885" y="1463560"/>
            <a:ext cx="13084230" cy="7359879"/>
          </a:xfrm>
          <a:custGeom xmlns:a="http://schemas.openxmlformats.org/drawingml/2006/main">
            <a:rect l="l" t="t" r="r" b="b"/>
            <a:pathLst>
              <a:path w="13084230" h="7359879">
                <a:moveTo>
                  <a:pt x="0" y="0"/>
                </a:moveTo>
                <a:lnTo>
                  <a:pt x="13084230" y="0"/>
                </a:lnTo>
                <a:lnTo>
                  <a:pt x="13084230" y="7359880"/>
                </a:lnTo>
                <a:lnTo>
                  <a:pt x="0" y="735988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bd0829212044d71"/>
            <a:stretch>
              <a:fillRect l="0" t="0" r="0" b="0"/>
            </a:stretch>
          </a:blipFill>
        </p:spPr>
      </p:sp>
    </p:spTree>
    <p:extLst>
      <p:ext uri="{BB962C8B-B14F-4D97-AF65-F5344CB8AC3E}">
        <p14:creationId xmlns:p14="http://schemas.microsoft.com/office/powerpoint/2010/main" val="18323008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519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34B39D1A-1C84-4869-96A3-DF958379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7795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7b9f8ee07cf4e0b">
              <a:extLst>
                <a:ext uri="{96DAC541-7B7A-43D3-8B79-37D633B846F1}">
                  <asvg:svgBlip xmlns:asvg="http://schemas.microsoft.com/office/drawing/2016/SVG/main" r:embed="R3d746e707cfb4bec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D9F8581B-7A38-460A-B130-7A44B772C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60994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7b9f8ee07cf4e0b">
              <a:extLst>
                <a:ext uri="{96DAC541-7B7A-43D3-8B79-37D633B846F1}">
                  <asvg:svgBlip xmlns:asvg="http://schemas.microsoft.com/office/drawing/2016/SVG/main" r:embed="R3d746e707cfb4bec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B515852B-680A-4F23-BA3C-3AC018AC4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847471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7b9f8ee07cf4e0b">
              <a:extLst>
                <a:ext uri="{96DAC541-7B7A-43D3-8B79-37D633B846F1}">
                  <asvg:svgBlip xmlns:asvg="http://schemas.microsoft.com/office/drawing/2016/SVG/main" r:embed="R3d746e707cfb4bec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9194E1E4-C261-4381-A248-20D862E30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5682795" y="9177967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7b9f8ee07cf4e0b">
              <a:extLst>
                <a:ext uri="{96DAC541-7B7A-43D3-8B79-37D633B846F1}">
                  <asvg:svgBlip xmlns:asvg="http://schemas.microsoft.com/office/drawing/2016/SVG/main" r:embed="R3d746e707cfb4bec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12F709E9-4E7D-4422-B934-21D5E869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559302" y="8234368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7b9f8ee07cf4e0b">
              <a:extLst>
                <a:ext uri="{96DAC541-7B7A-43D3-8B79-37D633B846F1}">
                  <asvg:svgBlip xmlns:asvg="http://schemas.microsoft.com/office/drawing/2016/SVG/main" r:embed="R3d746e707cfb4bec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058CE817-22C0-4113-A7E1-C35988409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772825" y="9238143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7b9f8ee07cf4e0b">
              <a:extLst>
                <a:ext uri="{96DAC541-7B7A-43D3-8B79-37D633B846F1}">
                  <asvg:svgBlip xmlns:asvg="http://schemas.microsoft.com/office/drawing/2016/SVG/main" r:embed="R3d746e707cfb4bec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331E758A-80CC-43D8-BF18-6A244B1D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23213"/>
            <a:ext cx="10795667" cy="1404045"/>
          </a:xfrm>
          <a:custGeom xmlns:a="http://schemas.openxmlformats.org/drawingml/2006/main">
            <a:rect l="l" t="t" r="r" b="b"/>
            <a:pathLst>
              <a:path w="13007935" h="1691764">
                <a:moveTo>
                  <a:pt x="0" y="0"/>
                </a:moveTo>
                <a:lnTo>
                  <a:pt x="13007935" y="0"/>
                </a:lnTo>
                <a:lnTo>
                  <a:pt x="13007935" y="1691764"/>
                </a:lnTo>
                <a:lnTo>
                  <a:pt x="0" y="1691764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d78904369d141a0">
              <a:alphaModFix amt="0"/>
            </a:blip>
            <a:stretch>
              <a:fillRect l="0" t="-17353" r="71881" b="33100"/>
            </a:stretch>
          </a:blip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A3E5FBAB-B076-43F3-A827-A75AB49A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-47932"/>
            <a:ext cx="10795667" cy="14751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6000"/>
              </a:lnSpc>
              <a:buNone/>
            </a:pPr>
            <a:r>
              <a:rPr sz="5000" b="1">
                <a:solidFill>
                  <a:srgbClr val="5E17EB"/>
                </a:solidFill>
                <a:latin typeface="Codec Pro Bold"/>
                <a:ea typeface="Codec Pro Bold"/>
                <a:cs typeface="Codec Pro Bold"/>
              </a:rPr>
              <a:t>Mobile Applications Prototyping</a:t>
            </a: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5E2CC058-1A8B-4AD0-8154-150C43FA6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326e9a1a32a04a75"/>
            <a:stretch>
              <a:fillRect l="0" t="0" r="0" b="0"/>
            </a:stretch>
          </a:blipFill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57D16D67-77CB-4A63-A42F-C7CDF802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114451" y="1666168"/>
            <a:ext cx="12059098" cy="7235459"/>
          </a:xfrm>
          <a:custGeom xmlns:a="http://schemas.openxmlformats.org/drawingml/2006/main">
            <a:rect l="l" t="t" r="r" b="b"/>
            <a:pathLst>
              <a:path w="12059098" h="7235459">
                <a:moveTo>
                  <a:pt x="0" y="0"/>
                </a:moveTo>
                <a:lnTo>
                  <a:pt x="12059098" y="0"/>
                </a:lnTo>
                <a:lnTo>
                  <a:pt x="12059098" y="7235459"/>
                </a:lnTo>
                <a:lnTo>
                  <a:pt x="0" y="723545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68aa8c4e38df434c"/>
            <a:stretch>
              <a:fillRect l="0" t="0" r="0" b="0"/>
            </a:stretch>
          </a:blipFill>
        </p:spPr>
      </p:sp>
    </p:spTree>
    <p:extLst>
      <p:ext uri="{BB962C8B-B14F-4D97-AF65-F5344CB8AC3E}">
        <p14:creationId xmlns:p14="http://schemas.microsoft.com/office/powerpoint/2010/main" val="121251087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519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7408FFB2-8210-46BB-8064-D6B829FF9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7795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c58406a64e74882">
              <a:extLst>
                <a:ext uri="{96DAC541-7B7A-43D3-8B79-37D633B846F1}">
                  <asvg:svgBlip xmlns:asvg="http://schemas.microsoft.com/office/drawing/2016/SVG/main" r:embed="R3a4ce0b1098542b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2584D90A-832B-46AE-BA10-027575C2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60994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c58406a64e74882">
              <a:extLst>
                <a:ext uri="{96DAC541-7B7A-43D3-8B79-37D633B846F1}">
                  <asvg:svgBlip xmlns:asvg="http://schemas.microsoft.com/office/drawing/2016/SVG/main" r:embed="R3a4ce0b1098542b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257B4F60-6BC1-4009-B54C-31DD85C4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847471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c58406a64e74882">
              <a:extLst>
                <a:ext uri="{96DAC541-7B7A-43D3-8B79-37D633B846F1}">
                  <asvg:svgBlip xmlns:asvg="http://schemas.microsoft.com/office/drawing/2016/SVG/main" r:embed="R3a4ce0b1098542b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0498115D-55A0-43EF-AC01-AD706757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5682795" y="9177967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c58406a64e74882">
              <a:extLst>
                <a:ext uri="{96DAC541-7B7A-43D3-8B79-37D633B846F1}">
                  <asvg:svgBlip xmlns:asvg="http://schemas.microsoft.com/office/drawing/2016/SVG/main" r:embed="R3a4ce0b1098542b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71BBB872-1BC8-4299-AC74-6DB04DB66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559302" y="8234368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c58406a64e74882">
              <a:extLst>
                <a:ext uri="{96DAC541-7B7A-43D3-8B79-37D633B846F1}">
                  <asvg:svgBlip xmlns:asvg="http://schemas.microsoft.com/office/drawing/2016/SVG/main" r:embed="R3a4ce0b1098542b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CD457AAD-9D7F-460F-B811-6ACE3FCE1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772825" y="9238143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c58406a64e74882">
              <a:extLst>
                <a:ext uri="{96DAC541-7B7A-43D3-8B79-37D633B846F1}">
                  <asvg:svgBlip xmlns:asvg="http://schemas.microsoft.com/office/drawing/2016/SVG/main" r:embed="R3a4ce0b1098542b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B53109F0-FD68-469C-B8B0-816FAD729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23213"/>
            <a:ext cx="10795667" cy="1404045"/>
          </a:xfrm>
          <a:custGeom xmlns:a="http://schemas.openxmlformats.org/drawingml/2006/main">
            <a:rect l="l" t="t" r="r" b="b"/>
            <a:pathLst>
              <a:path w="13007935" h="1691764">
                <a:moveTo>
                  <a:pt x="0" y="0"/>
                </a:moveTo>
                <a:lnTo>
                  <a:pt x="13007935" y="0"/>
                </a:lnTo>
                <a:lnTo>
                  <a:pt x="13007935" y="1691764"/>
                </a:lnTo>
                <a:lnTo>
                  <a:pt x="0" y="1691764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49c63d88def4e3d">
              <a:alphaModFix amt="0"/>
            </a:blip>
            <a:stretch>
              <a:fillRect l="0" t="-17353" r="71881" b="33100"/>
            </a:stretch>
          </a:blip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2C3B7CDD-714B-4B1A-9B07-E2E921F6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-47932"/>
            <a:ext cx="10795667" cy="14751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6000"/>
              </a:lnSpc>
              <a:buNone/>
            </a:pPr>
            <a:r>
              <a:rPr sz="5000" b="1">
                <a:solidFill>
                  <a:srgbClr val="5E17EB"/>
                </a:solidFill>
                <a:latin typeface="Codec Pro Bold"/>
                <a:ea typeface="Codec Pro Bold"/>
                <a:cs typeface="Codec Pro Bold"/>
              </a:rPr>
              <a:t>Mobile Applications Prototyping</a:t>
            </a: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EB03DBD6-0F3C-4D4E-80EC-58B437C1E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633e6eb402d2433d"/>
            <a:stretch>
              <a:fillRect l="0" t="0" r="0" b="0"/>
            </a:stretch>
          </a:blipFill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1395746B-933D-4775-AD06-5C2216C3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95312" y="1733911"/>
            <a:ext cx="12530617" cy="7048472"/>
          </a:xfrm>
          <a:custGeom xmlns:a="http://schemas.openxmlformats.org/drawingml/2006/main">
            <a:rect l="l" t="t" r="r" b="b"/>
            <a:pathLst>
              <a:path w="12530617" h="7048472">
                <a:moveTo>
                  <a:pt x="0" y="0"/>
                </a:moveTo>
                <a:lnTo>
                  <a:pt x="12530616" y="0"/>
                </a:lnTo>
                <a:lnTo>
                  <a:pt x="12530616" y="7048472"/>
                </a:lnTo>
                <a:lnTo>
                  <a:pt x="0" y="7048472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e83c438763945d5"/>
            <a:stretch>
              <a:fillRect l="0" t="0" r="0" b="0"/>
            </a:stretch>
          </a:blipFill>
        </p:spPr>
      </p:sp>
    </p:spTree>
    <p:extLst>
      <p:ext uri="{BB962C8B-B14F-4D97-AF65-F5344CB8AC3E}">
        <p14:creationId xmlns:p14="http://schemas.microsoft.com/office/powerpoint/2010/main" val="77876168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519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88400001-69CF-46F2-9085-71C6E35BE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7795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7165b3962b9439b">
              <a:extLst>
                <a:ext uri="{96DAC541-7B7A-43D3-8B79-37D633B846F1}">
                  <asvg:svgBlip xmlns:asvg="http://schemas.microsoft.com/office/drawing/2016/SVG/main" r:embed="Rba1acccfc3bf4d2a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E5D52FB0-D688-4222-8186-5F5C9EA5D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60994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7165b3962b9439b">
              <a:extLst>
                <a:ext uri="{96DAC541-7B7A-43D3-8B79-37D633B846F1}">
                  <asvg:svgBlip xmlns:asvg="http://schemas.microsoft.com/office/drawing/2016/SVG/main" r:embed="Rba1acccfc3bf4d2a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347F9B8B-D03A-4268-8889-BCC664496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847471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7165b3962b9439b">
              <a:extLst>
                <a:ext uri="{96DAC541-7B7A-43D3-8B79-37D633B846F1}">
                  <asvg:svgBlip xmlns:asvg="http://schemas.microsoft.com/office/drawing/2016/SVG/main" r:embed="Rba1acccfc3bf4d2a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75CD02A3-0E04-40C3-914C-6A6C35E4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5682795" y="9177967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7165b3962b9439b">
              <a:extLst>
                <a:ext uri="{96DAC541-7B7A-43D3-8B79-37D633B846F1}">
                  <asvg:svgBlip xmlns:asvg="http://schemas.microsoft.com/office/drawing/2016/SVG/main" r:embed="Rba1acccfc3bf4d2a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7711CC06-67D7-4283-BDA1-11036F2C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559302" y="8234368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7165b3962b9439b">
              <a:extLst>
                <a:ext uri="{96DAC541-7B7A-43D3-8B79-37D633B846F1}">
                  <asvg:svgBlip xmlns:asvg="http://schemas.microsoft.com/office/drawing/2016/SVG/main" r:embed="Rba1acccfc3bf4d2a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75331453-E824-4829-863B-10767B64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772825" y="9238143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7165b3962b9439b">
              <a:extLst>
                <a:ext uri="{96DAC541-7B7A-43D3-8B79-37D633B846F1}">
                  <asvg:svgBlip xmlns:asvg="http://schemas.microsoft.com/office/drawing/2016/SVG/main" r:embed="Rba1acccfc3bf4d2a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FEF36AD7-BA18-405F-A192-18177E6FF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23213"/>
            <a:ext cx="10795667" cy="1404045"/>
          </a:xfrm>
          <a:custGeom xmlns:a="http://schemas.openxmlformats.org/drawingml/2006/main">
            <a:rect l="l" t="t" r="r" b="b"/>
            <a:pathLst>
              <a:path w="13007935" h="1691764">
                <a:moveTo>
                  <a:pt x="0" y="0"/>
                </a:moveTo>
                <a:lnTo>
                  <a:pt x="13007935" y="0"/>
                </a:lnTo>
                <a:lnTo>
                  <a:pt x="13007935" y="1691764"/>
                </a:lnTo>
                <a:lnTo>
                  <a:pt x="0" y="1691764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76966095d464700">
              <a:alphaModFix amt="0"/>
            </a:blip>
            <a:stretch>
              <a:fillRect l="0" t="-17353" r="71881" b="33100"/>
            </a:stretch>
          </a:blip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1B454A23-91E1-4EE9-A2BF-98753C053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-47932"/>
            <a:ext cx="10795667" cy="14751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6000"/>
              </a:lnSpc>
              <a:buNone/>
            </a:pPr>
            <a:r>
              <a:rPr sz="5000" b="1">
                <a:solidFill>
                  <a:srgbClr val="5E17EB"/>
                </a:solidFill>
                <a:latin typeface="Codec Pro Bold"/>
                <a:ea typeface="Codec Pro Bold"/>
                <a:cs typeface="Codec Pro Bold"/>
              </a:rPr>
              <a:t>Mobile Applications Prototyping</a:t>
            </a: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28B476A8-532E-4C62-805F-3FDB439A9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fa28532fe094301"/>
            <a:stretch>
              <a:fillRect l="0" t="0" r="0" b="0"/>
            </a:stretch>
          </a:blipFill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9790C350-2A65-4F44-B2DD-82E232518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219122" y="1192434"/>
            <a:ext cx="5682997" cy="8814832"/>
          </a:xfrm>
          <a:custGeom xmlns:a="http://schemas.openxmlformats.org/drawingml/2006/main">
            <a:rect l="l" t="t" r="r" b="b"/>
            <a:pathLst>
              <a:path w="5682997" h="8814832">
                <a:moveTo>
                  <a:pt x="0" y="0"/>
                </a:moveTo>
                <a:lnTo>
                  <a:pt x="5682996" y="0"/>
                </a:lnTo>
                <a:lnTo>
                  <a:pt x="5682996" y="8814833"/>
                </a:lnTo>
                <a:lnTo>
                  <a:pt x="0" y="8814833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84788f127874c9f"/>
            <a:stretch>
              <a:fillRect l="0" t="0" r="0" b="0"/>
            </a:stretch>
          </a:blipFill>
        </p:spPr>
      </p:sp>
    </p:spTree>
    <p:extLst>
      <p:ext uri="{BB962C8B-B14F-4D97-AF65-F5344CB8AC3E}">
        <p14:creationId xmlns:p14="http://schemas.microsoft.com/office/powerpoint/2010/main" val="146043529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519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4A64CA7A-B139-4A3D-B3FD-EFB8DF92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7795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2a3d370c3f14368">
              <a:extLst>
                <a:ext uri="{96DAC541-7B7A-43D3-8B79-37D633B846F1}">
                  <asvg:svgBlip xmlns:asvg="http://schemas.microsoft.com/office/drawing/2016/SVG/main" r:embed="Rbd1fdcf1a9ce49c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8C06269B-6052-41E1-9051-B118CBA6B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60994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2a3d370c3f14368">
              <a:extLst>
                <a:ext uri="{96DAC541-7B7A-43D3-8B79-37D633B846F1}">
                  <asvg:svgBlip xmlns:asvg="http://schemas.microsoft.com/office/drawing/2016/SVG/main" r:embed="Rbd1fdcf1a9ce49c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CB7583DC-25BC-47D8-B052-8A031E4C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847471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2a3d370c3f14368">
              <a:extLst>
                <a:ext uri="{96DAC541-7B7A-43D3-8B79-37D633B846F1}">
                  <asvg:svgBlip xmlns:asvg="http://schemas.microsoft.com/office/drawing/2016/SVG/main" r:embed="Rbd1fdcf1a9ce49c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67B7EDF5-7059-4043-A8A1-E71C3F75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5682795" y="9177967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2a3d370c3f14368">
              <a:extLst>
                <a:ext uri="{96DAC541-7B7A-43D3-8B79-37D633B846F1}">
                  <asvg:svgBlip xmlns:asvg="http://schemas.microsoft.com/office/drawing/2016/SVG/main" r:embed="Rbd1fdcf1a9ce49c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F32A24A2-C6AB-4AE9-AD01-0DAED74E3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559302" y="8234368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2a3d370c3f14368">
              <a:extLst>
                <a:ext uri="{96DAC541-7B7A-43D3-8B79-37D633B846F1}">
                  <asvg:svgBlip xmlns:asvg="http://schemas.microsoft.com/office/drawing/2016/SVG/main" r:embed="Rbd1fdcf1a9ce49c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A985CC97-BB0A-4549-A515-56430CA87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772825" y="9238143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2a3d370c3f14368">
              <a:extLst>
                <a:ext uri="{96DAC541-7B7A-43D3-8B79-37D633B846F1}">
                  <asvg:svgBlip xmlns:asvg="http://schemas.microsoft.com/office/drawing/2016/SVG/main" r:embed="Rbd1fdcf1a9ce49c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F299933D-1D2A-4130-9A1F-0C88C05C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23213"/>
            <a:ext cx="10795667" cy="1404045"/>
          </a:xfrm>
          <a:custGeom xmlns:a="http://schemas.openxmlformats.org/drawingml/2006/main">
            <a:rect l="l" t="t" r="r" b="b"/>
            <a:pathLst>
              <a:path w="13007935" h="1691764">
                <a:moveTo>
                  <a:pt x="0" y="0"/>
                </a:moveTo>
                <a:lnTo>
                  <a:pt x="13007935" y="0"/>
                </a:lnTo>
                <a:lnTo>
                  <a:pt x="13007935" y="1691764"/>
                </a:lnTo>
                <a:lnTo>
                  <a:pt x="0" y="1691764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b4539de18124176">
              <a:alphaModFix amt="0"/>
            </a:blip>
            <a:stretch>
              <a:fillRect l="0" t="-17353" r="71881" b="33100"/>
            </a:stretch>
          </a:blip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8D70CC3B-4AD1-4938-9089-86CAFAA8A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-47932"/>
            <a:ext cx="10795667" cy="14751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6000"/>
              </a:lnSpc>
              <a:buNone/>
            </a:pPr>
            <a:r>
              <a:rPr sz="5000" b="1">
                <a:solidFill>
                  <a:srgbClr val="5E17EB"/>
                </a:solidFill>
                <a:latin typeface="Codec Pro Bold"/>
                <a:ea typeface="Codec Pro Bold"/>
                <a:cs typeface="Codec Pro Bold"/>
              </a:rPr>
              <a:t>Landing Page desplegada</a:t>
            </a: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4DABD71A-94BA-400F-97C5-164202239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63f1396819064a4c"/>
            <a:stretch>
              <a:fillRect l="0" t="0" r="0" b="0"/>
            </a:stretch>
          </a:blipFill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A20853CB-1A6E-4633-901D-770A78A8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18505" y="2423234"/>
            <a:ext cx="13084230" cy="7286281"/>
          </a:xfrm>
          <a:custGeom xmlns:a="http://schemas.openxmlformats.org/drawingml/2006/main">
            <a:rect l="l" t="t" r="r" b="b"/>
            <a:pathLst>
              <a:path w="13084230" h="7286281">
                <a:moveTo>
                  <a:pt x="0" y="0"/>
                </a:moveTo>
                <a:lnTo>
                  <a:pt x="13084230" y="0"/>
                </a:lnTo>
                <a:lnTo>
                  <a:pt x="13084230" y="7286280"/>
                </a:lnTo>
                <a:lnTo>
                  <a:pt x="0" y="728628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8818d50b9284aef"/>
            <a:stretch>
              <a:fillRect l="0" t="0" r="0" b="0"/>
            </a:stretch>
          </a:blipFill>
        </p:spPr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B9362DC8-775F-4EEA-9BF5-D19AAB0AE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11749" y="1472615"/>
            <a:ext cx="9664502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600"/>
              </a:lnSpc>
              <a:spcBef>
                <a:spcPct val="0"/>
              </a:spcBef>
              <a:buNone/>
            </a:pPr>
            <a:r>
              <a:rPr sz="3000" b="1" u="sng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hlinkClick xmlns:r="http://schemas.openxmlformats.org/officeDocument/2006/relationships" r:id="R039a00755a214b3c"/>
              </a:rPr>
              <a:t>https://1acc0238-2620-4939.github.io/landing-page/</a:t>
            </a:r>
          </a:p>
        </p:txBody>
      </p:sp>
    </p:spTree>
    <p:extLst>
      <p:ext uri="{BB962C8B-B14F-4D97-AF65-F5344CB8AC3E}">
        <p14:creationId xmlns:p14="http://schemas.microsoft.com/office/powerpoint/2010/main" val="38530607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71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752E25-E301-45E2-9663-95B5FFE2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33375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24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DB867E-7216-444D-AA68-293B7ABF2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23875"/>
            <a:ext cx="15621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Sprint 1 — Objetivo y avance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BB395F-D6B9-4D11-8CE6-9FE929B57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6383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Programar, consultar y supervisar operaciones de transporte desde las pantallas core.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ddf40f44504754"/>
          <a:stretch xmlns:a="http://schemas.openxmlformats.org/drawingml/2006/main"/>
        </p:blipFill>
        <p:spPr>
          <a:xfrm xmlns:a="http://schemas.openxmlformats.org/drawingml/2006/main">
            <a:off x="1462768" y="3619500"/>
            <a:ext cx="8980714" cy="5238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102370-754B-41F0-ACC2-08CB459B0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3619500"/>
            <a:ext cx="5619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41 Story Points planificados</a:t>
            </a:r>
          </a:p>
          <a:p xmlns:a="http://schemas.openxmlformats.org/drawingml/2006/main">
            <a:pPr>
              <a:defRPr sz="27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35 SP con evidencia parcial</a:t>
            </a:r>
          </a:p>
          <a:p xmlns:a="http://schemas.openxmlformats.org/drawingml/2006/main">
            <a:pPr>
              <a:defRPr sz="27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6 SP de IAM pendientes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7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Planning reconstruido:</a:t>
            </a:r>
          </a:p>
          <a:p xmlns:a="http://schemas.openxmlformats.org/drawingml/2006/main">
            <a:pPr>
              <a:defRPr sz="27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Alexander debe validarlo.</a:t>
            </a:r>
          </a:p>
        </p:txBody>
      </p:sp>
    </p:spTree>
    <p:extLst>
      <p:ext uri="{BB962C8B-B14F-4D97-AF65-F5344CB8AC3E}">
        <p14:creationId xmlns:p14="http://schemas.microsoft.com/office/powerpoint/2010/main" val="35836846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71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7A45FB-38D1-4F48-9A34-12C78B012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33375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24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D63F10-C312-4083-80B3-6A67B736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23875"/>
            <a:ext cx="15621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Arquitectura y despliegue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27ABC6-776D-4E36-A0C1-F7574EC32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7905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Landing Page → Railway</a:t>
            </a:r>
          </a:p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API Spring Boot → Railway</a:t>
            </a:r>
          </a:p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Persistencia → MySQL privado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E20A49-BFA6-49D8-B090-A0FF4ACD0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095500"/>
            <a:ext cx="7524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Android: Kotlin + Jetpack Compose</a:t>
            </a:r>
          </a:p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Pantallas ejecutadas en emulador</a:t>
            </a:r>
          </a:p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Datos demo centralizados</a:t>
            </a:r>
          </a:p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Adaptador REST pendiente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77B74E-FEE5-4117-BA96-86D6DB9F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905500"/>
            <a:ext cx="1619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landing-page-production-9db1.up.railway.app</a:t>
            </a:r>
          </a:p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backend-production-8735.up.railway.app/swagger-ui.html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A749E1-9758-4E11-8BAB-4E42E5189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143875"/>
            <a:ext cx="1619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Trip Management · Tracking · Fleet Management · Profile</a:t>
            </a:r>
          </a:p>
        </p:txBody>
      </p:sp>
    </p:spTree>
    <p:extLst>
      <p:ext uri="{BB962C8B-B14F-4D97-AF65-F5344CB8AC3E}">
        <p14:creationId xmlns:p14="http://schemas.microsoft.com/office/powerpoint/2010/main" val="109982316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71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71207D-92B3-46F6-8194-2F1217774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33375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24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C6E84E-15CD-4F1C-B277-D4FF0D18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23875"/>
            <a:ext cx="15621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Pruebas y evidencia del Sprint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313792-D2A4-43DC-90B5-B7D5A5708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762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Pruebas automatizadas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E3F76D-423F-41E7-8220-D89AFFF3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90875"/>
            <a:ext cx="76200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9 pruebas del ciclo de vida del viaje</a:t>
            </a:r>
          </a:p>
          <a:p xmlns:a="http://schemas.openxmlformats.org/drawingml/2006/main">
            <a:pPr>
              <a:defRPr sz="30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1 regresión para viaje inexistente → 404</a:t>
            </a:r>
          </a:p>
          <a:p xmlns:a="http://schemas.openxmlformats.org/drawingml/2006/main">
            <a:pPr>
              <a:defRPr sz="30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1 prueba de contexto Spring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30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Build local: 11 tests, 0 fallos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53AC32-9E5F-44BE-B534-AC06A975D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000250"/>
            <a:ext cx="7810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Integración / aceptación técnica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DD2B8-8782-4BC7-A7A6-BC4A93518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190875"/>
            <a:ext cx="7620000" cy="476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Gherkin y Steps ejecutables</a:t>
            </a:r>
          </a:p>
          <a:p xmlns:a="http://schemas.openxmlformats.org/drawingml/2006/main">
            <a:pPr>
              <a:defRPr sz="28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Vehículos: creación, edición y lectura</a:t>
            </a:r>
          </a:p>
          <a:p xmlns:a="http://schemas.openxmlformats.org/drawingml/2006/main">
            <a:pPr>
              <a:defRPr sz="28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Viajes: inicio, fin y reglas de estado</a:t>
            </a:r>
          </a:p>
          <a:p xmlns:a="http://schemas.openxmlformats.org/drawingml/2006/main">
            <a:pPr>
              <a:defRPr sz="28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Perfiles y conductores: persistencia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8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Resultados HTTP en repositorio backend</a:t>
            </a:r>
          </a:p>
        </p:txBody>
      </p:sp>
    </p:spTree>
    <p:extLst>
      <p:ext uri="{BB962C8B-B14F-4D97-AF65-F5344CB8AC3E}">
        <p14:creationId xmlns:p14="http://schemas.microsoft.com/office/powerpoint/2010/main" val="69470617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71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8B265D-2AA7-455E-92FD-2B082E71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33375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24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A58BDE-A05D-4EF5-AACB-754492012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23875"/>
            <a:ext cx="15621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Validación y próximos pasos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7B5893-CDA3-405B-BC43-A873A26E5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7620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Evidencia técnica disponible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BFE64E-C496-486E-8AB7-BCE60025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81375"/>
            <a:ext cx="7620000" cy="428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Landing y API públicas</a:t>
            </a:r>
          </a:p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Persistencia MySQL comprobada</a:t>
            </a:r>
          </a:p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Pantallas Android core</a:t>
            </a:r>
          </a:p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Wireflows, User Flows y prototipo</a:t>
            </a:r>
          </a:p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Informe y archivos versionados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F3782C-5826-46AC-930A-CF550042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095500"/>
            <a:ext cx="781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Cierre de entrega pendiente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2A8810-FBD0-427E-90D3-179B29732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381375"/>
            <a:ext cx="7620000" cy="428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Entrevistas reales y heurísticas</a:t>
            </a:r>
          </a:p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Fotos de Cesar y Jose</a:t>
            </a:r>
          </a:p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Video de exposición (≤ 15 minutos)</a:t>
            </a:r>
          </a:p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Evaluación de Alexander</a:t>
            </a:r>
          </a:p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Verificación del 70% del backend</a:t>
            </a:r>
          </a:p>
        </p:txBody>
      </p:sp>
    </p:spTree>
    <p:extLst>
      <p:ext uri="{BB962C8B-B14F-4D97-AF65-F5344CB8AC3E}">
        <p14:creationId xmlns:p14="http://schemas.microsoft.com/office/powerpoint/2010/main" val="27022232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E4E5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717E0400-671F-4D44-AAA3-A2CAB4B57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7795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af2c6fce33d4e05">
              <a:extLst>
                <a:ext uri="{96DAC541-7B7A-43D3-8B79-37D633B846F1}">
                  <asvg:svgBlip xmlns:asvg="http://schemas.microsoft.com/office/drawing/2016/SVG/main" r:embed="Rc6d247610ab7414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79CE60CF-6763-4FFE-A7A0-8EF8D1E2F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5626102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3" y="0"/>
                </a:moveTo>
                <a:lnTo>
                  <a:pt x="0" y="0"/>
                </a:lnTo>
                <a:lnTo>
                  <a:pt x="0" y="1658599"/>
                </a:lnTo>
                <a:lnTo>
                  <a:pt x="2789693" y="1658599"/>
                </a:lnTo>
                <a:lnTo>
                  <a:pt x="278969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af2c6fce33d4e05">
              <a:extLst>
                <a:ext uri="{96DAC541-7B7A-43D3-8B79-37D633B846F1}">
                  <asvg:svgBlip xmlns:asvg="http://schemas.microsoft.com/office/drawing/2016/SVG/main" r:embed="Rc6d247610ab7414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54E4C4A5-1609-4FD4-98EB-94DA6489E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60994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af2c6fce33d4e05">
              <a:extLst>
                <a:ext uri="{96DAC541-7B7A-43D3-8B79-37D633B846F1}">
                  <asvg:svgBlip xmlns:asvg="http://schemas.microsoft.com/office/drawing/2016/SVG/main" r:embed="Rc6d247610ab7414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27407753-DE3A-4644-A0A7-C7BC194D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9302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0"/>
                </a:moveTo>
                <a:lnTo>
                  <a:pt x="0" y="0"/>
                </a:lnTo>
                <a:lnTo>
                  <a:pt x="0" y="1658600"/>
                </a:lnTo>
                <a:lnTo>
                  <a:pt x="2789692" y="1658600"/>
                </a:lnTo>
                <a:lnTo>
                  <a:pt x="2789692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af2c6fce33d4e05">
              <a:extLst>
                <a:ext uri="{96DAC541-7B7A-43D3-8B79-37D633B846F1}">
                  <asvg:svgBlip xmlns:asvg="http://schemas.microsoft.com/office/drawing/2016/SVG/main" r:embed="Rc6d247610ab7414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8D30901B-D49A-422E-9406-190F0D1A5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847471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af2c6fce33d4e05">
              <a:extLst>
                <a:ext uri="{96DAC541-7B7A-43D3-8B79-37D633B846F1}">
                  <asvg:svgBlip xmlns:asvg="http://schemas.microsoft.com/office/drawing/2016/SVG/main" r:embed="Rc6d247610ab7414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8F38BB56-88B9-4A8F-AFF9-962B26041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772825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2362646" y="0"/>
                </a:moveTo>
                <a:lnTo>
                  <a:pt x="0" y="0"/>
                </a:lnTo>
                <a:lnTo>
                  <a:pt x="0" y="1404701"/>
                </a:lnTo>
                <a:lnTo>
                  <a:pt x="2362646" y="1404701"/>
                </a:lnTo>
                <a:lnTo>
                  <a:pt x="2362646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af2c6fce33d4e05">
              <a:extLst>
                <a:ext uri="{96DAC541-7B7A-43D3-8B79-37D633B846F1}">
                  <asvg:svgBlip xmlns:asvg="http://schemas.microsoft.com/office/drawing/2016/SVG/main" r:embed="Rc6d247610ab7414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916DD1B4-8A10-41B3-8734-CB2A2FD8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92612" y="3751374"/>
            <a:ext cx="13303177" cy="24973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16554"/>
              </a:lnSpc>
              <a:buNone/>
            </a:pPr>
            <a:r>
              <a:rPr sz="17610" b="1">
                <a:solidFill>
                  <a:srgbClr val="5E17EB"/>
                </a:solidFill>
                <a:latin typeface="Codec Pro Ultra-Bold"/>
                <a:ea typeface="Codec Pro Ultra-Bold"/>
                <a:cs typeface="Codec Pro Ultra-Bold"/>
              </a:rPr>
              <a:t>GRACIAS</a:t>
            </a: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ABFA1DA8-53EF-4384-9688-E46C3FC14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9416472"/>
            <a:ext cx="18288000" cy="870528"/>
          </a:xfrm>
          <a:custGeom xmlns:a="http://schemas.openxmlformats.org/drawingml/2006/main">
            <a:rect l="l" t="t" r="r" b="b"/>
            <a:pathLst>
              <a:path w="18288000" h="870528">
                <a:moveTo>
                  <a:pt x="0" y="0"/>
                </a:moveTo>
                <a:lnTo>
                  <a:pt x="18288000" y="0"/>
                </a:lnTo>
                <a:lnTo>
                  <a:pt x="18288000" y="870528"/>
                </a:lnTo>
                <a:lnTo>
                  <a:pt x="0" y="870528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065b793e4cc4850">
              <a:extLst>
                <a:ext uri="{96DAC541-7B7A-43D3-8B79-37D633B846F1}">
                  <asvg:svgBlip xmlns:asvg="http://schemas.microsoft.com/office/drawing/2016/SVG/main" r:embed="R45c2ba94a86148ca"/>
                </a:ext>
              </a:extLst>
            </a:blip>
            <a:stretch>
              <a:fillRect l="0" t="-2000794" r="0" b="0"/>
            </a:stretch>
          </a:blipFill>
        </p:spPr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2189C035-5672-4857-8AAE-52F64FAF1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aae37ea59fe4158"/>
            <a:stretch>
              <a:fillRect l="0" t="0" r="0" b="0"/>
            </a:stretch>
          </a:blipFill>
        </p:spPr>
      </p:sp>
    </p:spTree>
    <p:extLst>
      <p:ext uri="{BB962C8B-B14F-4D97-AF65-F5344CB8AC3E}">
        <p14:creationId xmlns:p14="http://schemas.microsoft.com/office/powerpoint/2010/main" val="176086126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2026-10-05T06:09:32.9910000Z</dcterms:created>
  <dcterms:modified xsi:type="dcterms:W3CDTF">2026-10-05T06:09:32.9910000Z</dcterms:modified>
</coreProperties>
</file>