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e7bfebfa694346" /><Relationship Type="http://schemas.openxmlformats.org/officeDocument/2006/relationships/extended-properties" Target="/docProps/app.xml" Id="R176577807a21457e" /><Relationship Type="http://schemas.openxmlformats.org/officeDocument/2006/relationships/officeDocument" Target="/ppt/presentation.xml" Id="R742917be3f6744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f7710855224018"/>
  </p:sldMasterIdLst>
  <p:notesMasterIdLst>
    <p:notesMasterId xmlns:r="http://schemas.openxmlformats.org/officeDocument/2006/relationships" r:id="Rb2ea54e87daa49cc"/>
  </p:notesMasterIdLst>
  <p:sldIdLst>
    <p:sldId xmlns:r="http://schemas.openxmlformats.org/officeDocument/2006/relationships" id="256" r:id="R45147a63a288466d"/>
    <p:sldId xmlns:r="http://schemas.openxmlformats.org/officeDocument/2006/relationships" id="257" r:id="Rdbfe624cb9aa44fa"/>
    <p:sldId xmlns:r="http://schemas.openxmlformats.org/officeDocument/2006/relationships" id="258" r:id="R25886ecdc9044565"/>
    <p:sldId xmlns:r="http://schemas.openxmlformats.org/officeDocument/2006/relationships" id="259" r:id="R6a8e5aebe0dd4019"/>
    <p:sldId xmlns:r="http://schemas.openxmlformats.org/officeDocument/2006/relationships" id="260" r:id="Rd664495af9894cc8"/>
    <p:sldId xmlns:r="http://schemas.openxmlformats.org/officeDocument/2006/relationships" id="261" r:id="R330e7e09b34b49ef"/>
    <p:sldId xmlns:r="http://schemas.openxmlformats.org/officeDocument/2006/relationships" id="262" r:id="R53897ec1d43b40c8"/>
    <p:sldId xmlns:r="http://schemas.openxmlformats.org/officeDocument/2006/relationships" id="263" r:id="R2b4d2d7e880646e7"/>
    <p:sldId xmlns:r="http://schemas.openxmlformats.org/officeDocument/2006/relationships" id="264" r:id="Re034c240fa91407b"/>
    <p:sldId xmlns:r="http://schemas.openxmlformats.org/officeDocument/2006/relationships" id="265" r:id="Rae5bed3ae83340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6aee7d707c4b1a" /><Relationship Type="http://schemas.openxmlformats.org/officeDocument/2006/relationships/slideMaster" Target="/ppt/slideMasters/slideMaster1.xml" Id="R20f7710855224018" /><Relationship Type="http://schemas.openxmlformats.org/officeDocument/2006/relationships/notesMaster" Target="/ppt/notesMasters/notesMaster1.xml" Id="Rb2ea54e87daa49cc" /><Relationship Type="http://schemas.openxmlformats.org/officeDocument/2006/relationships/presProps" Target="/ppt/presProps.xml" Id="Rc530e89c7ce54924" /><Relationship Type="http://schemas.openxmlformats.org/officeDocument/2006/relationships/tableStyles" Target="/ppt/tableStyles.xml" Id="R560d346323174270" /><Relationship Type="http://schemas.openxmlformats.org/officeDocument/2006/relationships/slide" Target="/ppt/slides/slide1.xml" Id="R45147a63a288466d" /><Relationship Type="http://schemas.openxmlformats.org/officeDocument/2006/relationships/slide" Target="/ppt/slides/slide2.xml" Id="Rdbfe624cb9aa44fa" /><Relationship Type="http://schemas.openxmlformats.org/officeDocument/2006/relationships/slide" Target="/ppt/slides/slide3.xml" Id="R25886ecdc9044565" /><Relationship Type="http://schemas.openxmlformats.org/officeDocument/2006/relationships/slide" Target="/ppt/slides/slide4.xml" Id="R6a8e5aebe0dd4019" /><Relationship Type="http://schemas.openxmlformats.org/officeDocument/2006/relationships/slide" Target="/ppt/slides/slide5.xml" Id="Rd664495af9894cc8" /><Relationship Type="http://schemas.openxmlformats.org/officeDocument/2006/relationships/slide" Target="/ppt/slides/slide6.xml" Id="R330e7e09b34b49ef" /><Relationship Type="http://schemas.openxmlformats.org/officeDocument/2006/relationships/slide" Target="/ppt/slides/slide7.xml" Id="R53897ec1d43b40c8" /><Relationship Type="http://schemas.openxmlformats.org/officeDocument/2006/relationships/slide" Target="/ppt/slides/slide8.xml" Id="R2b4d2d7e880646e7" /><Relationship Type="http://schemas.openxmlformats.org/officeDocument/2006/relationships/slide" Target="/ppt/slides/slide9.xml" Id="Re034c240fa91407b" /><Relationship Type="http://schemas.openxmlformats.org/officeDocument/2006/relationships/slide" Target="/ppt/slides/slide10.xml" Id="Rae5bed3ae83340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5c7df8bec44a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fef78bb2434fbb" /><Relationship Type="http://schemas.openxmlformats.org/officeDocument/2006/relationships/notesMaster" Target="/ppt/notesMasters/notesMaster1.xml" Id="R711ae02f02794c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121ab620dd48d4" /><Relationship Type="http://schemas.openxmlformats.org/officeDocument/2006/relationships/notesMaster" Target="/ppt/notesMasters/notesMaster1.xml" Id="R365d172a1cac4f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8a0adfaade412e" /><Relationship Type="http://schemas.openxmlformats.org/officeDocument/2006/relationships/notesMaster" Target="/ppt/notesMasters/notesMaster1.xml" Id="R9241dc23501e4e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8afde00b06435c" /><Relationship Type="http://schemas.openxmlformats.org/officeDocument/2006/relationships/notesMaster" Target="/ppt/notesMasters/notesMaster1.xml" Id="R66bbed97094247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c8cf8a917344ee" /><Relationship Type="http://schemas.openxmlformats.org/officeDocument/2006/relationships/notesMaster" Target="/ppt/notesMasters/notesMaster1.xml" Id="Rcb1274b8a5cd41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b0a14d6d924b8d" /><Relationship Type="http://schemas.openxmlformats.org/officeDocument/2006/relationships/notesMaster" Target="/ppt/notesMasters/notesMaster1.xml" Id="R66ce469a13bc49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0d4f37dc774b7e" /><Relationship Type="http://schemas.openxmlformats.org/officeDocument/2006/relationships/notesMaster" Target="/ppt/notesMasters/notesMaster1.xml" Id="R184f0f42942646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c46a28c64b472b" /><Relationship Type="http://schemas.openxmlformats.org/officeDocument/2006/relationships/notesMaster" Target="/ppt/notesMasters/notesMaster1.xml" Id="R21a30e6c859c41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3dacf2ea3247db" /><Relationship Type="http://schemas.openxmlformats.org/officeDocument/2006/relationships/notesMaster" Target="/ppt/notesMasters/notesMaster1.xml" Id="R1e19b2fd326842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666d9420ce4e87" /><Relationship Type="http://schemas.openxmlformats.org/officeDocument/2006/relationships/notesMaster" Target="/ppt/notesMasters/notesMaster1.xml" Id="R5e0ad6082d6f49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repositorios del proyecto Trakto Route, 03/10/2026.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41d02b15b24c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30b7ae8f914409" /><Relationship Type="http://schemas.openxmlformats.org/officeDocument/2006/relationships/slideLayout" Target="/ppt/slideLayouts/slideLayout1.xml" Id="R71b8a3ce49d84d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b8a3ce49d84d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7b99ce78f44c5" /><Relationship Type="http://schemas.openxmlformats.org/officeDocument/2006/relationships/image" Target="/ppt/media/image.png" Id="R8784db5660b342f5" /><Relationship Type="http://schemas.openxmlformats.org/officeDocument/2006/relationships/notesSlide" Target="/ppt/notesSlides/notesSlide1.xml" Id="R13be3166902d45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8438fa6554b72" /><Relationship Type="http://schemas.openxmlformats.org/officeDocument/2006/relationships/image" Target="/ppt/media/image2.png" Id="R8ac5ffcd0c06452d" /><Relationship Type="http://schemas.openxmlformats.org/officeDocument/2006/relationships/image" Target="/ppt/media/image3.png" Id="R2bcb8ef5da6f4e6e" /><Relationship Type="http://schemas.openxmlformats.org/officeDocument/2006/relationships/image" Target="/ppt/media/image.jpeg" Id="Re0c8019bc6c34253" /><Relationship Type="http://schemas.openxmlformats.org/officeDocument/2006/relationships/notesSlide" Target="/ppt/notesSlides/notesSlide2.xml" Id="Rb96db74b69b541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7c2a067e04686" /><Relationship Type="http://schemas.openxmlformats.org/officeDocument/2006/relationships/notesSlide" Target="/ppt/notesSlides/notesSlide3.xml" Id="R95c54b2a80e845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acb25fd074288" /><Relationship Type="http://schemas.openxmlformats.org/officeDocument/2006/relationships/notesSlide" Target="/ppt/notesSlides/notesSlide4.xml" Id="R672c235d414140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bc8af4a434294" /><Relationship Type="http://schemas.openxmlformats.org/officeDocument/2006/relationships/image" Target="/ppt/media/image4.png" Id="R483ddc2397d742bb" /><Relationship Type="http://schemas.openxmlformats.org/officeDocument/2006/relationships/notesSlide" Target="/ppt/notesSlides/notesSlide5.xml" Id="R30d1e6b0a1494b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dc59cd2204de9" /><Relationship Type="http://schemas.openxmlformats.org/officeDocument/2006/relationships/image" Target="/ppt/media/image5.png" Id="R7de45b0497904220" /><Relationship Type="http://schemas.openxmlformats.org/officeDocument/2006/relationships/notesSlide" Target="/ppt/notesSlides/notesSlide6.xml" Id="R90eaf8121ab04e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9a04d492448b6" /><Relationship Type="http://schemas.openxmlformats.org/officeDocument/2006/relationships/image" Target="/ppt/media/image6.png" Id="R5e2f322710b84e66" /><Relationship Type="http://schemas.openxmlformats.org/officeDocument/2006/relationships/image" Target="/ppt/media/image7.png" Id="R75c39815d9c941a5" /><Relationship Type="http://schemas.openxmlformats.org/officeDocument/2006/relationships/image" Target="/ppt/media/image8.png" Id="R770a48c6843f4c70" /><Relationship Type="http://schemas.openxmlformats.org/officeDocument/2006/relationships/image" Target="/ppt/media/image9.png" Id="R147956d084ae4bd2" /><Relationship Type="http://schemas.openxmlformats.org/officeDocument/2006/relationships/notesSlide" Target="/ppt/notesSlides/notesSlide7.xml" Id="R59e39fcb1bb546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637a2245c451d" /><Relationship Type="http://schemas.openxmlformats.org/officeDocument/2006/relationships/notesSlide" Target="/ppt/notesSlides/notesSlide8.xml" Id="Reb8f482b173a45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2e644be1844b8" /><Relationship Type="http://schemas.openxmlformats.org/officeDocument/2006/relationships/notesSlide" Target="/ppt/notesSlides/notesSlide9.xml" Id="Rc866b2df4c9541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953fe9249426a" /><Relationship Type="http://schemas.openxmlformats.org/officeDocument/2006/relationships/notesSlide" Target="/ppt/notesSlides/notesSlide10.xml" Id="Rc6f9f46c30b945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3F6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1518C-927C-4D0F-8157-4944C826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733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TRAKTO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A6134-CEE5-434A-978E-58DFDC99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BC0B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BC0BE"/>
                </a:solidFill>
                <a:latin typeface="Arial"/>
                <a:ea typeface="Arial"/>
                <a:cs typeface="Arial"/>
              </a:rPr>
              <a:t>Stage Review TB1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A7B85-65FB-444D-B74C-2B9B5090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Gestión y trazabilidad de operaciones de transporte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10C16-E7F2-487B-B6F6-27CF5D11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62000"/>
            <a:ext cx="2857500" cy="4476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4db5660b342f5"/>
          <a:stretch xmlns:a="http://schemas.openxmlformats.org/drawingml/2006/main"/>
        </p:blipFill>
        <p:spPr>
          <a:xfrm xmlns:a="http://schemas.openxmlformats.org/drawingml/2006/main">
            <a:off x="8858250" y="1381125"/>
            <a:ext cx="1714500" cy="17145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05569-FCBF-4D07-A9B1-6933D5E5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8137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Periodo 202620</a:t>
            </a:r>
          </a:p>
          <a:p xmlns:a="http://schemas.openxmlformats.org/drawingml/2006/main">
            <a:pPr algn="ctr">
              <a:defRPr sz="1725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NRC 4939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5EA23-CC72-448B-85CD-424B4550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Ingeniería de Software</a:t>
            </a:r>
          </a:p>
        </p:txBody>
      </p:sp>
    </p:spTree>
    <p:extLst>
      <p:ext uri="{BB962C8B-B14F-4D97-AF65-F5344CB8AC3E}">
        <p14:creationId xmlns:p14="http://schemas.microsoft.com/office/powerpoint/2010/main" val="869479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1328CF-3AFE-4BC4-B341-C7EB72BD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5C562-D200-4214-BAFC-51FCBF90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Equipo Trakto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D5284-8B6C-4D5D-AC20-D1D19476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E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49EBB-60AE-4BD1-8A93-092885E3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19050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D4DE9-7F77-4A3B-9D0C-021D2564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152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E6E78"/>
                </a:solidFill>
                <a:latin typeface="Arial"/>
                <a:ea typeface="Arial"/>
                <a:cs typeface="Arial"/>
              </a:rPr>
              <a:t>Foto no</a:t>
            </a:r>
          </a:p>
          <a:p xmlns:a="http://schemas.openxmlformats.org/drawingml/2006/main">
            <a:pPr algn="ctr">
              <a:defRPr sz="1500" b="1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E6E78"/>
                </a:solidFill>
                <a:latin typeface="Arial"/>
                <a:ea typeface="Arial"/>
                <a:cs typeface="Arial"/>
              </a:rPr>
              <a:t>proporcionada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05328-849B-4A59-8441-6E1408C3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719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Cesar Linares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77C25-9B8A-4B83-BD44-0008F244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Ingeniería de Software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5ffcd0c06452d"/>
          <a:srcRect xmlns:a="http://schemas.openxmlformats.org/drawingml/2006/main" l="0" t="884" r="0" b="8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47975" y="1619250"/>
            <a:ext cx="1905000" cy="238125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E45F1-82CD-4A4D-9142-83C6632B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1719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Jeferson Aguilar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4B9FC-15B1-43BF-B738-9B373523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7625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Ingeniería de Software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b8ef5da6f4e6e"/>
          <a:srcRect xmlns:a="http://schemas.openxmlformats.org/drawingml/2006/main" l="0" t="3125" r="0" b="3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2075" y="1619250"/>
            <a:ext cx="1905000" cy="238125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99D08-256E-415C-8549-4F41DF57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1719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Alexander Fernandez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4D8BA-5574-4183-B126-C7F87F1C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7625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Ingeniería de Software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BFAF4-0C9D-4288-9065-70907048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619250"/>
            <a:ext cx="19050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7964E-FDB0-41C4-85F5-C90C1B8C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238375"/>
            <a:ext cx="152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E6E78"/>
                </a:solidFill>
                <a:latin typeface="Arial"/>
                <a:ea typeface="Arial"/>
                <a:cs typeface="Arial"/>
              </a:rPr>
              <a:t>Foto no</a:t>
            </a:r>
          </a:p>
          <a:p xmlns:a="http://schemas.openxmlformats.org/drawingml/2006/main">
            <a:pPr algn="ctr">
              <a:defRPr sz="1500" b="1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E6E78"/>
                </a:solidFill>
                <a:latin typeface="Arial"/>
                <a:ea typeface="Arial"/>
                <a:cs typeface="Arial"/>
              </a:rPr>
              <a:t>proporcionada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3235B-A0A0-4702-BA15-C9173D7E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1719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Jose Chirito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BF214-2B00-4DA5-BC24-7AFF96E3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7625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Ingeniería de Software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8019bc6c34253"/>
          <a:srcRect xmlns:a="http://schemas.openxmlformats.org/drawingml/2006/main" l="10000" t="0" r="1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0275" y="1619250"/>
            <a:ext cx="1905000" cy="238125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8F74EF-84E0-4782-822B-6AE2B307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719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Jean Loa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27DE3B-FAB8-4609-9179-0F360CAC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625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Ingeniería de Software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DF9ADE-90D5-46AD-AD43-45C7287D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88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E88B8"/>
                </a:solidFill>
                <a:latin typeface="Arial"/>
                <a:ea typeface="Arial"/>
                <a:cs typeface="Arial"/>
              </a:rPr>
              <a:t>Team Leader: Alexander Piero Fernandez Garfias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E78D5A-2C01-4AC8-B2BA-F6869200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3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3A3A"/>
                </a:solidFill>
                <a:latin typeface="Arial"/>
                <a:ea typeface="Arial"/>
                <a:cs typeface="Arial"/>
              </a:rPr>
              <a:t>Las fotografías faltantes deben ser proporcionadas por sus integrantes antes de la carga final.</a:t>
            </a:r>
          </a:p>
        </p:txBody>
      </p:sp>
    </p:spTree>
    <p:extLst>
      <p:ext uri="{BB962C8B-B14F-4D97-AF65-F5344CB8AC3E}">
        <p14:creationId xmlns:p14="http://schemas.microsoft.com/office/powerpoint/2010/main" val="16752480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96F90-98E0-4932-8041-2F62DB61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512C2-5957-43C4-BD9D-260DE623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Problema y segmentos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468AE-428A-458A-A413-12FF3F48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E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45550-B4FA-46B5-9D9A-E1E398A2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4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La operación se fragmenta entre mensajes, hojas de cálculo y registros separados.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42102-D04D-4C47-96F2-90B37A43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7B777-D2A0-4A80-8F7F-87EB777A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88B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E88B8"/>
                </a:solidFill>
                <a:latin typeface="Arial"/>
                <a:ea typeface="Arial"/>
                <a:cs typeface="Arial"/>
              </a:rPr>
              <a:t>Empresas de transporte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780F3-38AF-48AB-B853-933ACFCE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1700E-F371-4A2B-AD24-88F3EE1C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Programan viajes y asignan recursos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A6E88-55F9-4455-B52A-2C362CE2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6E2CD-92F9-457B-AA61-7DFA50D7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Supervisan estados, rutas e incidencias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E0B94-474D-497B-95FC-A40D6877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45D50-AE78-4787-B326-6358A45B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814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Necesitan trazabilidad operativa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39287-15D6-4FB8-A070-D40C5B11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0E3D13-5951-406E-9758-38E51DA1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765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88B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E88B8"/>
                </a:solidFill>
                <a:latin typeface="Arial"/>
                <a:ea typeface="Arial"/>
                <a:cs typeface="Arial"/>
              </a:rPr>
              <a:t>Clientes de carga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46FDC-DDFF-461F-8E2E-A9546A00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8E5623-E796-42A1-BC89-FEF7EA2F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956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Consultan el progreso autorizado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51678-9BD4-474A-95A4-6B1B4EBF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E1E179-58BD-4B49-BE3F-C375673B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Revisan ruta y eventos relevantes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7C8FCE-38C9-42FC-B360-7BB51A46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4D304-5DAE-45B5-B315-7644FE2F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814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Esperan información clara y oportuna</a:t>
            </a:r>
          </a:p>
        </p:txBody>
      </p:sp>
    </p:spTree>
    <p:extLst>
      <p:ext uri="{BB962C8B-B14F-4D97-AF65-F5344CB8AC3E}">
        <p14:creationId xmlns:p14="http://schemas.microsoft.com/office/powerpoint/2010/main" val="10879196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06218-B98B-4DAC-AF8B-2BF0AFB9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22370-D18B-42A0-AB01-634ECF3E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Arquitectura del incremento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D441C-A130-43B4-9E73-AFA31CC9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E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D81FC-A9CC-4D22-9C32-60739A1D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04037-74B9-447E-B2E8-57FB2B2C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860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Android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1F336-2528-40AD-A459-DDF9B648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52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Kotlin + Compose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E885A-C654-4F31-9288-FCE3F451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A0988-33B7-46E9-8C2A-BEA54084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860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REST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CE592-3F9B-462C-B965-1BB7D668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52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Spring Boot 4.1.1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51D8C-3DEE-473A-84BD-48755DF6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D0B1B-B6C2-470F-BDBD-3611FDA9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860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72732-D6CF-4DE0-80B3-4D964BAF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52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58501-8BB2-4A98-BEED-D58A5E76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19375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16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88B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E88B8"/>
                </a:solidFill>
                <a:latin typeface="Arial"/>
                <a:ea typeface="Arial"/>
                <a:cs typeface="Arial"/>
              </a:rPr>
              <a:t>HTTPS / 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2A266-3265-4E6B-86BE-E3A214C9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1937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88B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E88B8"/>
                </a:solidFill>
                <a:latin typeface="Arial"/>
                <a:ea typeface="Arial"/>
                <a:cs typeface="Arial"/>
              </a:rPr>
              <a:t>JPA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7AD02-E625-4624-B6F6-4CFA6D55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933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43A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3A3A"/>
                </a:solidFill>
                <a:latin typeface="Arial"/>
                <a:ea typeface="Arial"/>
                <a:cs typeface="Arial"/>
              </a:rPr>
              <a:t>La app ejecutable usa un repositorio temporal. La conexión REST permanece por integrar.</a:t>
            </a:r>
          </a:p>
        </p:txBody>
      </p:sp>
    </p:spTree>
    <p:extLst>
      <p:ext uri="{BB962C8B-B14F-4D97-AF65-F5344CB8AC3E}">
        <p14:creationId xmlns:p14="http://schemas.microsoft.com/office/powerpoint/2010/main" val="6127444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634C6-633A-43E6-B9F6-E466CDE5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1A7FF-DBFB-4C5F-BE6A-A63BF223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Sprint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73169-126D-40ED-80D6-492F28C2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E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2997E-4B8F-4D41-A921-3DDE2F83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41 Story Points planificados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0BF13-6E58-4949-A381-D1840530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35 SP con evidencia técnica parcial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ddc2397d742bb"/>
          <a:stretch xmlns:a="http://schemas.openxmlformats.org/drawingml/2006/main"/>
        </p:blipFill>
        <p:spPr>
          <a:xfrm xmlns:a="http://schemas.openxmlformats.org/drawingml/2006/main">
            <a:off x="1366157" y="2143125"/>
            <a:ext cx="5878286" cy="3429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DFEC5-D4D3-445C-BEA0-F55AD0D6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857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0F9D4-BF29-4F70-B416-0BC1642F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Cierre del Sprint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AEFA9-E548-49B0-B17F-72052675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72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Evidencia parcial: 35 SP</a:t>
            </a:r>
          </a:p>
          <a:p xmlns:a="http://schemas.openxmlformats.org/drawingml/2006/main">
            <a:pPr algn="ctr">
              <a:defRPr sz="15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Pendiente IAM: 6 SP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7CA2D2-E179-4392-8416-DC68F3FB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95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3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43A3A"/>
                </a:solidFill>
                <a:latin typeface="Arial"/>
                <a:ea typeface="Arial"/>
                <a:cs typeface="Arial"/>
              </a:rPr>
              <a:t>Registrar cuenta e iniciar sesión pasan al siguiente incremento del backend.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040D4-54FD-43AD-88AB-D49B395E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88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E88B8"/>
                </a:solidFill>
                <a:latin typeface="Arial"/>
                <a:ea typeface="Arial"/>
                <a:cs typeface="Arial"/>
              </a:rPr>
              <a:t>Sprint Planning: 21/09/2026 · Team Leader: Alexander Fernandez</a:t>
            </a:r>
          </a:p>
        </p:txBody>
      </p:sp>
    </p:spTree>
    <p:extLst>
      <p:ext uri="{BB962C8B-B14F-4D97-AF65-F5344CB8AC3E}">
        <p14:creationId xmlns:p14="http://schemas.microsoft.com/office/powerpoint/2010/main" val="18915886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EBA09-6ACE-45E2-9B64-AA13C100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72501-6657-47A9-A1EA-803C3ECF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Landing Page desplegada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1F2DA-67CE-4D59-9B3F-B553F390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E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45b0497904220"/>
          <a:stretch xmlns:a="http://schemas.openxmlformats.org/drawingml/2006/main"/>
        </p:blipFill>
        <p:spPr>
          <a:xfrm xmlns:a="http://schemas.openxmlformats.org/drawingml/2006/main">
            <a:off x="1809750" y="1095375"/>
            <a:ext cx="5715000" cy="476250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C1B7C-17FE-43D3-A4C4-2C7966CB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66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CD494-0ED1-4111-943C-8488857B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33625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GitHub Pages + Railway</a:t>
            </a:r>
          </a:p>
          <a:p xmlns:a="http://schemas.openxmlformats.org/drawingml/2006/main">
            <a:pPr algn="ctr">
              <a:defRPr sz="150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HTTP 200</a:t>
            </a:r>
          </a:p>
          <a:p xmlns:a="http://schemas.openxmlformats.org/drawingml/2006/main">
            <a:pPr algn="ctr">
              <a:defRPr sz="150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commit 96bead9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C9D66-4DEB-441D-876A-8CF602FC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33875"/>
            <a:ext cx="323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88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E88B8"/>
                </a:solidFill>
                <a:latin typeface="Arial"/>
                <a:ea typeface="Arial"/>
                <a:cs typeface="Arial"/>
              </a:rPr>
              <a:t>landing-page-production-9db1.up.railway.app</a:t>
            </a:r>
          </a:p>
        </p:txBody>
      </p:sp>
    </p:spTree>
    <p:extLst>
      <p:ext uri="{BB962C8B-B14F-4D97-AF65-F5344CB8AC3E}">
        <p14:creationId xmlns:p14="http://schemas.microsoft.com/office/powerpoint/2010/main" val="2993990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156F0-0B66-421B-93BC-04BDE1D1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4C09B-C26C-4473-AED7-08D9D938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Aplicación Android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502A7-87C7-4E3E-8E1B-73DF72EC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E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f322710b84e66"/>
          <a:stretch xmlns:a="http://schemas.openxmlformats.org/drawingml/2006/main"/>
        </p:blipFill>
        <p:spPr>
          <a:xfrm xmlns:a="http://schemas.openxmlformats.org/drawingml/2006/main">
            <a:off x="929878" y="1190625"/>
            <a:ext cx="1950244" cy="4333875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1DB16-FF73-47A8-A281-598D4562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39815d9c941a5"/>
          <a:stretch xmlns:a="http://schemas.openxmlformats.org/drawingml/2006/main"/>
        </p:blipFill>
        <p:spPr>
          <a:xfrm xmlns:a="http://schemas.openxmlformats.org/drawingml/2006/main">
            <a:off x="3787378" y="1190625"/>
            <a:ext cx="1950244" cy="4333875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63D13-3074-4B5F-AC74-A1419FF8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19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Viajes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a48c6843f4c70"/>
          <a:stretch xmlns:a="http://schemas.openxmlformats.org/drawingml/2006/main"/>
        </p:blipFill>
        <p:spPr>
          <a:xfrm xmlns:a="http://schemas.openxmlformats.org/drawingml/2006/main">
            <a:off x="6644878" y="1190625"/>
            <a:ext cx="1950244" cy="4333875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501AE-34C1-48A7-A131-E63FEF57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19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Seguimiento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956d084ae4bd2"/>
          <a:stretch xmlns:a="http://schemas.openxmlformats.org/drawingml/2006/main"/>
        </p:blipFill>
        <p:spPr>
          <a:xfrm xmlns:a="http://schemas.openxmlformats.org/drawingml/2006/main">
            <a:off x="9502378" y="1190625"/>
            <a:ext cx="1950244" cy="4333875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3E977-8C05-4ECD-A5B5-693E9F63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619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Flota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C2A0F-AB0A-470F-84DB-D7005725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APK + lint: PASS · ejecución en Android Emulator: PASS</a:t>
            </a:r>
          </a:p>
        </p:txBody>
      </p:sp>
    </p:spTree>
    <p:extLst>
      <p:ext uri="{BB962C8B-B14F-4D97-AF65-F5344CB8AC3E}">
        <p14:creationId xmlns:p14="http://schemas.microsoft.com/office/powerpoint/2010/main" val="17832548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543E22-DB9D-4796-8DB2-F9E761AB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0E9BC-0C99-4431-B9DF-9ADF2160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Backend y servicios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C34B4-5C46-40D5-8FB8-19438423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E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29411-875C-4725-A766-FC270BDE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Contextos implementados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5CA61-0D3F-4088-A95F-B4E7679D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E644B-81B2-45F0-BD40-5FDB9511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Trip Management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F0A75-52BB-4FBE-B70F-F9A4C50A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79D15-7CF5-42C9-96D4-8C29C621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Tracking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1B8EF-0C9B-4CD8-862F-3E7E3FF8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6A9B8-11B5-4EB6-BE24-4CCD4757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Fleet Management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2D40A-3422-4227-B174-4579EA72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BFFCF-1391-4D5C-B9FA-D36EF1DA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Profile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8249D-F359-49D7-86A7-6564730D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90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Evidencia técnica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3C4BE-25FB-45A2-BB15-8CD6E202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E6E78"/>
                </a:solidFill>
                <a:latin typeface="Arial"/>
                <a:ea typeface="Arial"/>
                <a:cs typeface="Arial"/>
              </a:rPr>
              <a:t>mvnw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6D9F0-B516-4CFA-9BB5-F685E5CD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PASS · 1 prueba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F3A0E4-EA9F-4643-AE4E-0743C6E9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241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E6E78"/>
                </a:solidFill>
                <a:latin typeface="Arial"/>
                <a:ea typeface="Arial"/>
                <a:cs typeface="Arial"/>
              </a:rPr>
              <a:t>Docker 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76040-B051-471D-B400-9D753A91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241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PASS en Railway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2FED2-AF7A-4CF0-B23A-2EB3AC4E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E6E78"/>
                </a:solidFill>
                <a:latin typeface="Arial"/>
                <a:ea typeface="Arial"/>
                <a:cs typeface="Arial"/>
              </a:rPr>
              <a:t>OpenAPI + MySQL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6800D5-DEB5-4579-A391-EE5A748A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6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HTTP 200 · write/read 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A4DD30-ADAC-44D2-931F-98C7A3BB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E6E78"/>
                </a:solidFill>
                <a:latin typeface="Arial"/>
                <a:ea typeface="Arial"/>
                <a:cs typeface="Arial"/>
              </a:rPr>
              <a:t>Railway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A06797-365A-4C2F-9092-1F2F1CA7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623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88B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E88B8"/>
                </a:solidFill>
                <a:latin typeface="Arial"/>
                <a:ea typeface="Arial"/>
                <a:cs typeface="Arial"/>
              </a:rPr>
              <a:t>Frontend y backend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869D72-490B-443A-AF82-FC387812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338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88B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88B8"/>
                </a:solidFill>
                <a:latin typeface="Arial"/>
                <a:ea typeface="Arial"/>
                <a:cs typeface="Arial"/>
              </a:rPr>
              <a:t>landing-page-production-9db1.up.railway.app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6D31C9-08C4-431D-9970-D76A35E5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01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88B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88B8"/>
                </a:solidFill>
                <a:latin typeface="Arial"/>
                <a:ea typeface="Arial"/>
                <a:cs typeface="Arial"/>
              </a:rPr>
              <a:t>backend-production-8735.up.railway.app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C539B5-56E7-4CD1-A3BC-5D8A8D78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816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43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43A3A"/>
                </a:solidFill>
                <a:latin typeface="Arial"/>
                <a:ea typeface="Arial"/>
                <a:cs typeface="Arial"/>
              </a:rPr>
              <a:t>IAM y pruebas de aceptación: pendientes de implementación</a:t>
            </a:r>
          </a:p>
        </p:txBody>
      </p:sp>
    </p:spTree>
    <p:extLst>
      <p:ext uri="{BB962C8B-B14F-4D97-AF65-F5344CB8AC3E}">
        <p14:creationId xmlns:p14="http://schemas.microsoft.com/office/powerpoint/2010/main" val="10065652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4D9275-22B6-49F5-AFD6-609F2D74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5C9CB-5363-4932-A6EE-B46E8707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Trazabilidad y GitFlow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FA0CC-9B8A-48AC-BE7D-61875CB4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E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2EABF-5714-47D9-9F79-1AEC0B5B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5F3A9-BA9D-4A07-9190-677AF602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B397D-6BE2-4897-A37F-50C75B2F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E78"/>
                </a:solidFill>
                <a:latin typeface="Arial"/>
                <a:ea typeface="Arial"/>
                <a:cs typeface="Arial"/>
              </a:rPr>
              <a:t>cambios aislados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6C480-CE79-449E-90EF-4780248F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62125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D4793-CBB2-4232-8C5F-0A74E7C4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526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develop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BAA8E-8344-40F4-9945-04707201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717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E78"/>
                </a:solidFill>
                <a:latin typeface="Arial"/>
                <a:ea typeface="Arial"/>
                <a:cs typeface="Arial"/>
              </a:rPr>
              <a:t>integración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9614C-EC0E-4D79-A4DF-0691B4D2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0C8B3-C21F-471A-82C5-0A83BB0D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526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release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DAD4D-8D40-471B-8D4B-58E69CAF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717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E78"/>
                </a:solidFill>
                <a:latin typeface="Arial"/>
                <a:ea typeface="Arial"/>
                <a:cs typeface="Arial"/>
              </a:rPr>
              <a:t>preparación TB1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0CE5F-E189-4B04-8433-5210C488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62125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FF2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0E106-E2A3-419F-8F2F-DDA0A603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9526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main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8F49D-3FC2-462B-8792-200EA971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717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E78"/>
                </a:solidFill>
                <a:latin typeface="Arial"/>
                <a:ea typeface="Arial"/>
                <a:cs typeface="Arial"/>
              </a:rPr>
              <a:t>versión publicada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115B63-106C-4736-A9DF-5E75C1FE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27522F-A496-486B-8FDE-27104330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Dostoyevsk1 · JeferSomBlan · JoseR044 · JeanLoa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F937A-3CE7-4761-A981-BDECBDBC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9FB8E7-654B-4DA7-B4A2-8D64E0EA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672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Dostoyevsk1 · JeanLoa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97C5E5-8870-4B2F-A27E-FA1E463E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Mobile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25485D-3570-408B-881B-1B277032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387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JeanLoa</a:t>
            </a:r>
          </a:p>
        </p:txBody>
      </p:sp>
    </p:spTree>
    <p:extLst>
      <p:ext uri="{BB962C8B-B14F-4D97-AF65-F5344CB8AC3E}">
        <p14:creationId xmlns:p14="http://schemas.microsoft.com/office/powerpoint/2010/main" val="6796735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4C7FD2-AFB7-4587-B771-D3D34136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27450-F602-43C4-B275-7ACFF630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3F6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3F67"/>
                </a:solidFill>
                <a:latin typeface="Arial"/>
                <a:ea typeface="Arial"/>
                <a:cs typeface="Arial"/>
              </a:rPr>
              <a:t>Estado de la entrega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B5894-21BA-4B62-9481-2C504DCE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E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6F403-5CF4-4286-A20C-1C20A731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333D3-4A72-4599-9529-D8B53486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FEC4C-F6DE-4F00-970E-BDAAD6BC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Landing público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4CDF3-D82C-4740-ABF3-E268B875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DAA14-9D59-49CC-8812-B5FCB1A8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APK compilado e instalado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5F767-5790-4752-A289-A2F04843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3D024-FF37-491F-AE23-E2AE1D57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Backend compila y pasa smoke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B5101-9F3D-4274-BBC1-7A5E38BB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8B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922CF-2A47-432D-B6BB-9E11FC32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GitFlow aplicado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AA437-DC32-4DAB-984C-C62BB445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858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5A9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5A93D"/>
                </a:solidFill>
                <a:latin typeface="Arial"/>
                <a:ea typeface="Arial"/>
                <a:cs typeface="Arial"/>
              </a:rPr>
              <a:t>REQUIERE EQUIPO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CA7B5-D12D-491F-9B5B-AE2380C6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88065-B9C1-4ABA-8FAD-7745583B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Entrevistas de validación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21579-912E-4082-B644-DC8B816D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71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43556-4CE9-48E4-8A74-B7D1F710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Video de exposición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1B368-B915-40FC-A62A-620C64E5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95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6DA303-814A-4FE4-AB5C-E48422AC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03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Firma y validación de Alexander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17DEF7-D916-43B2-BB84-FED2118A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F794D2-A5F5-419E-AA9F-CF81B946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Integración móvil-API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7D7C79-5350-4833-995D-44F978FD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43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43A3A"/>
                </a:solidFill>
                <a:latin typeface="Arial"/>
                <a:ea typeface="Arial"/>
                <a:cs typeface="Arial"/>
              </a:rPr>
              <a:t>La evidencia faltante debe provenir de personas, cuentas y sesiones reales.</a:t>
            </a:r>
          </a:p>
        </p:txBody>
      </p:sp>
    </p:spTree>
    <p:extLst>
      <p:ext uri="{BB962C8B-B14F-4D97-AF65-F5344CB8AC3E}">
        <p14:creationId xmlns:p14="http://schemas.microsoft.com/office/powerpoint/2010/main" val="19280493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2026-10-05T05:02:12.7350000Z</dcterms:created>
  <dcterms:modified xsi:type="dcterms:W3CDTF">2026-10-05T05:02:12.7350000Z</dcterms:modified>
</coreProperties>
</file>