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x="18288000" cy="10287000"/>
  <p:notesSz cx="6858000" cy="9144000"/>
  <p:embeddedFontLst>
    <p:embeddedFont>
      <p:font typeface="Codec Pro Bold" charset="1" panose="00000600000000000000"/>
      <p:regular r:id="rId20"/>
    </p:embeddedFont>
    <p:embeddedFont>
      <p:font typeface="Arimo Bold" charset="1" panose="020B0704020202020204"/>
      <p:regular r:id="rId21"/>
    </p:embeddedFont>
    <p:embeddedFont>
      <p:font typeface="Codec Pro Ultra-Bold" charset="1" panose="00000700000000000000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svg" Type="http://schemas.openxmlformats.org/officeDocument/2006/relationships/image"/><Relationship Id="rId4" Target="../media/image1.png" Type="http://schemas.openxmlformats.org/officeDocument/2006/relationships/image"/><Relationship Id="rId5" Target="../media/image2.svg" Type="http://schemas.openxmlformats.org/officeDocument/2006/relationships/image"/><Relationship Id="rId6" Target="../media/image6.png" Type="http://schemas.openxmlformats.org/officeDocument/2006/relationships/image"/><Relationship Id="rId7" Target="../media/image7.jpeg" Type="http://schemas.openxmlformats.org/officeDocument/2006/relationships/image"/><Relationship Id="rId8" Target="../media/image3.png" Type="http://schemas.openxmlformats.org/officeDocument/2006/relationships/image"/><Relationship Id="rId9" Target="https://trello.com/b/YlramyOI" TargetMode="External" Type="http://schemas.openxmlformats.org/officeDocument/2006/relationships/hyperlink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7.jpeg" Type="http://schemas.openxmlformats.org/officeDocument/2006/relationships/image"/><Relationship Id="rId5" Target="../media/image3.png" Type="http://schemas.openxmlformats.org/officeDocument/2006/relationships/image"/><Relationship Id="rId6" Target="../media/image8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7.jpeg" Type="http://schemas.openxmlformats.org/officeDocument/2006/relationships/image"/><Relationship Id="rId5" Target="../media/image3.png" Type="http://schemas.openxmlformats.org/officeDocument/2006/relationships/image"/><Relationship Id="rId6" Target="../media/image9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7.jpeg" Type="http://schemas.openxmlformats.org/officeDocument/2006/relationships/image"/><Relationship Id="rId5" Target="../media/image3.png" Type="http://schemas.openxmlformats.org/officeDocument/2006/relationships/image"/><Relationship Id="rId6" Target="../media/image10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7.jpeg" Type="http://schemas.openxmlformats.org/officeDocument/2006/relationships/image"/><Relationship Id="rId5" Target="../media/image3.png" Type="http://schemas.openxmlformats.org/officeDocument/2006/relationships/image"/><Relationship Id="rId6" Target="../media/image11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7.jpeg" Type="http://schemas.openxmlformats.org/officeDocument/2006/relationships/image"/><Relationship Id="rId5" Target="../media/image3.png" Type="http://schemas.openxmlformats.org/officeDocument/2006/relationships/image"/><Relationship Id="rId6" Target="../media/image12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7.jpeg" Type="http://schemas.openxmlformats.org/officeDocument/2006/relationships/image"/><Relationship Id="rId5" Target="../media/image3.png" Type="http://schemas.openxmlformats.org/officeDocument/2006/relationships/image"/><Relationship Id="rId6" Target="../media/image13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7.jpeg" Type="http://schemas.openxmlformats.org/officeDocument/2006/relationships/image"/><Relationship Id="rId5" Target="../media/image3.png" Type="http://schemas.openxmlformats.org/officeDocument/2006/relationships/image"/><Relationship Id="rId6" Target="../media/image14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7.jpeg" Type="http://schemas.openxmlformats.org/officeDocument/2006/relationships/image"/><Relationship Id="rId5" Target="../media/image3.png" Type="http://schemas.openxmlformats.org/officeDocument/2006/relationships/image"/><Relationship Id="rId6" Target="../media/image15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7.jpeg" Type="http://schemas.openxmlformats.org/officeDocument/2006/relationships/image"/><Relationship Id="rId5" Target="../media/image3.png" Type="http://schemas.openxmlformats.org/officeDocument/2006/relationships/image"/><Relationship Id="rId6" Target="../media/image16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7.jpeg" Type="http://schemas.openxmlformats.org/officeDocument/2006/relationships/image"/><Relationship Id="rId5" Target="../media/image3.png" Type="http://schemas.openxmlformats.org/officeDocument/2006/relationships/image"/><Relationship Id="rId6" Target="../media/image17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7.jpeg" Type="http://schemas.openxmlformats.org/officeDocument/2006/relationships/image"/><Relationship Id="rId5" Target="../media/image3.png" Type="http://schemas.openxmlformats.org/officeDocument/2006/relationships/image"/><Relationship Id="rId6" Target="../media/image18.png" Type="http://schemas.openxmlformats.org/officeDocument/2006/relationships/image"/><Relationship Id="rId7" Target="https://1acc0238-2620-4939.github.io/landing-page/" TargetMode="External" Type="http://schemas.openxmlformats.org/officeDocument/2006/relationships/hyperlink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4.png" Type="http://schemas.openxmlformats.org/officeDocument/2006/relationships/image"/><Relationship Id="rId5" Target="../media/image5.svg" Type="http://schemas.openxmlformats.org/officeDocument/2006/relationships/image"/><Relationship Id="rId6" Target="../media/image3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00000">
                <a:alpha val="100000"/>
              </a:srgbClr>
            </a:gs>
            <a:gs pos="100000">
              <a:srgbClr val="5C69F5">
                <a:alpha val="100000"/>
              </a:srgbClr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103384" y="-1675084"/>
            <a:ext cx="6000534" cy="3567590"/>
          </a:xfrm>
          <a:custGeom>
            <a:avLst/>
            <a:gdLst/>
            <a:ahLst/>
            <a:cxnLst/>
            <a:rect r="r" b="b" t="t" l="l"/>
            <a:pathLst>
              <a:path h="3567590" w="6000534">
                <a:moveTo>
                  <a:pt x="0" y="0"/>
                </a:moveTo>
                <a:lnTo>
                  <a:pt x="6000534" y="0"/>
                </a:lnTo>
                <a:lnTo>
                  <a:pt x="6000534" y="3567591"/>
                </a:lnTo>
                <a:lnTo>
                  <a:pt x="0" y="356759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10800000">
            <a:off x="12542441" y="8591206"/>
            <a:ext cx="6000534" cy="3567590"/>
          </a:xfrm>
          <a:custGeom>
            <a:avLst/>
            <a:gdLst/>
            <a:ahLst/>
            <a:cxnLst/>
            <a:rect r="r" b="b" t="t" l="l"/>
            <a:pathLst>
              <a:path h="3567590" w="6000534">
                <a:moveTo>
                  <a:pt x="0" y="0"/>
                </a:moveTo>
                <a:lnTo>
                  <a:pt x="6000534" y="0"/>
                </a:lnTo>
                <a:lnTo>
                  <a:pt x="6000534" y="3567590"/>
                </a:lnTo>
                <a:lnTo>
                  <a:pt x="0" y="356759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2741048" y="537816"/>
            <a:ext cx="6000534" cy="3567590"/>
          </a:xfrm>
          <a:custGeom>
            <a:avLst/>
            <a:gdLst/>
            <a:ahLst/>
            <a:cxnLst/>
            <a:rect r="r" b="b" t="t" l="l"/>
            <a:pathLst>
              <a:path h="3567590" w="6000534">
                <a:moveTo>
                  <a:pt x="0" y="0"/>
                </a:moveTo>
                <a:lnTo>
                  <a:pt x="6000534" y="0"/>
                </a:lnTo>
                <a:lnTo>
                  <a:pt x="6000534" y="3567590"/>
                </a:lnTo>
                <a:lnTo>
                  <a:pt x="0" y="356759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10800000">
            <a:off x="14180105" y="6181594"/>
            <a:ext cx="6000534" cy="3567590"/>
          </a:xfrm>
          <a:custGeom>
            <a:avLst/>
            <a:gdLst/>
            <a:ahLst/>
            <a:cxnLst/>
            <a:rect r="r" b="b" t="t" l="l"/>
            <a:pathLst>
              <a:path h="3567590" w="6000534">
                <a:moveTo>
                  <a:pt x="0" y="0"/>
                </a:moveTo>
                <a:lnTo>
                  <a:pt x="6000534" y="0"/>
                </a:lnTo>
                <a:lnTo>
                  <a:pt x="6000534" y="3567590"/>
                </a:lnTo>
                <a:lnTo>
                  <a:pt x="0" y="356759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-2904533" y="-494599"/>
            <a:ext cx="5081972" cy="3021463"/>
          </a:xfrm>
          <a:custGeom>
            <a:avLst/>
            <a:gdLst/>
            <a:ahLst/>
            <a:cxnLst/>
            <a:rect r="r" b="b" t="t" l="l"/>
            <a:pathLst>
              <a:path h="3021463" w="5081972">
                <a:moveTo>
                  <a:pt x="0" y="0"/>
                </a:moveTo>
                <a:lnTo>
                  <a:pt x="5081972" y="0"/>
                </a:lnTo>
                <a:lnTo>
                  <a:pt x="5081972" y="3021464"/>
                </a:lnTo>
                <a:lnTo>
                  <a:pt x="0" y="302146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-3275713" y="4625635"/>
            <a:ext cx="5081972" cy="3021463"/>
          </a:xfrm>
          <a:custGeom>
            <a:avLst/>
            <a:gdLst/>
            <a:ahLst/>
            <a:cxnLst/>
            <a:rect r="r" b="b" t="t" l="l"/>
            <a:pathLst>
              <a:path h="3021463" w="5081972">
                <a:moveTo>
                  <a:pt x="0" y="0"/>
                </a:moveTo>
                <a:lnTo>
                  <a:pt x="5081972" y="0"/>
                </a:lnTo>
                <a:lnTo>
                  <a:pt x="5081972" y="3021463"/>
                </a:lnTo>
                <a:lnTo>
                  <a:pt x="0" y="302146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-10800000">
            <a:off x="14960748" y="7760135"/>
            <a:ext cx="5081972" cy="3021463"/>
          </a:xfrm>
          <a:custGeom>
            <a:avLst/>
            <a:gdLst/>
            <a:ahLst/>
            <a:cxnLst/>
            <a:rect r="r" b="b" t="t" l="l"/>
            <a:pathLst>
              <a:path h="3021463" w="5081972">
                <a:moveTo>
                  <a:pt x="0" y="0"/>
                </a:moveTo>
                <a:lnTo>
                  <a:pt x="5081972" y="0"/>
                </a:lnTo>
                <a:lnTo>
                  <a:pt x="5081972" y="3021464"/>
                </a:lnTo>
                <a:lnTo>
                  <a:pt x="0" y="302146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-10800000">
            <a:off x="16481741" y="2654155"/>
            <a:ext cx="5081972" cy="3021463"/>
          </a:xfrm>
          <a:custGeom>
            <a:avLst/>
            <a:gdLst/>
            <a:ahLst/>
            <a:cxnLst/>
            <a:rect r="r" b="b" t="t" l="l"/>
            <a:pathLst>
              <a:path h="3021463" w="5081972">
                <a:moveTo>
                  <a:pt x="0" y="0"/>
                </a:moveTo>
                <a:lnTo>
                  <a:pt x="5081972" y="0"/>
                </a:lnTo>
                <a:lnTo>
                  <a:pt x="5081972" y="3021464"/>
                </a:lnTo>
                <a:lnTo>
                  <a:pt x="0" y="302146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0" id="10"/>
          <p:cNvGrpSpPr/>
          <p:nvPr/>
        </p:nvGrpSpPr>
        <p:grpSpPr>
          <a:xfrm rot="0">
            <a:off x="4777534" y="7032332"/>
            <a:ext cx="8726669" cy="499447"/>
            <a:chOff x="0" y="0"/>
            <a:chExt cx="1638854" cy="93795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638854" cy="93795"/>
            </a:xfrm>
            <a:custGeom>
              <a:avLst/>
              <a:gdLst/>
              <a:ahLst/>
              <a:cxnLst/>
              <a:rect r="r" b="b" t="t" l="l"/>
              <a:pathLst>
                <a:path h="93795" w="1638854">
                  <a:moveTo>
                    <a:pt x="46898" y="0"/>
                  </a:moveTo>
                  <a:lnTo>
                    <a:pt x="1591956" y="0"/>
                  </a:lnTo>
                  <a:cubicBezTo>
                    <a:pt x="1604394" y="0"/>
                    <a:pt x="1616323" y="4941"/>
                    <a:pt x="1625118" y="13736"/>
                  </a:cubicBezTo>
                  <a:cubicBezTo>
                    <a:pt x="1633913" y="22531"/>
                    <a:pt x="1638854" y="34460"/>
                    <a:pt x="1638854" y="46898"/>
                  </a:cubicBezTo>
                  <a:lnTo>
                    <a:pt x="1638854" y="46898"/>
                  </a:lnTo>
                  <a:cubicBezTo>
                    <a:pt x="1638854" y="72799"/>
                    <a:pt x="1617857" y="93795"/>
                    <a:pt x="1591956" y="93795"/>
                  </a:cubicBezTo>
                  <a:lnTo>
                    <a:pt x="46898" y="93795"/>
                  </a:lnTo>
                  <a:cubicBezTo>
                    <a:pt x="34460" y="93795"/>
                    <a:pt x="22531" y="88854"/>
                    <a:pt x="13736" y="80059"/>
                  </a:cubicBezTo>
                  <a:cubicBezTo>
                    <a:pt x="4941" y="71264"/>
                    <a:pt x="0" y="59336"/>
                    <a:pt x="0" y="46898"/>
                  </a:cubicBezTo>
                  <a:lnTo>
                    <a:pt x="0" y="46898"/>
                  </a:lnTo>
                  <a:cubicBezTo>
                    <a:pt x="0" y="34460"/>
                    <a:pt x="4941" y="22531"/>
                    <a:pt x="13736" y="13736"/>
                  </a:cubicBezTo>
                  <a:cubicBezTo>
                    <a:pt x="22531" y="4941"/>
                    <a:pt x="34460" y="0"/>
                    <a:pt x="46898" y="0"/>
                  </a:cubicBezTo>
                  <a:close/>
                </a:path>
              </a:pathLst>
            </a:custGeom>
            <a:solidFill>
              <a:srgbClr val="5666F8"/>
            </a:solidFill>
            <a:ln cap="rnd">
              <a:noFill/>
              <a:prstDash val="solid"/>
              <a:round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1638854" cy="103320"/>
            </a:xfrm>
            <a:prstGeom prst="rect">
              <a:avLst/>
            </a:prstGeom>
          </p:spPr>
          <p:txBody>
            <a:bodyPr anchor="ctr" rtlCol="false" tIns="31918" lIns="31918" bIns="31918" rIns="31918"/>
            <a:lstStyle/>
            <a:p>
              <a:pPr algn="ctr">
                <a:lnSpc>
                  <a:spcPts val="1381"/>
                </a:lnSpc>
              </a:pPr>
            </a:p>
          </p:txBody>
        </p:sp>
      </p:grpSp>
      <p:sp>
        <p:nvSpPr>
          <p:cNvPr name="Freeform 13" id="13"/>
          <p:cNvSpPr/>
          <p:nvPr/>
        </p:nvSpPr>
        <p:spPr>
          <a:xfrm flipH="false" flipV="false" rot="0">
            <a:off x="15714111" y="193140"/>
            <a:ext cx="2133500" cy="2133500"/>
          </a:xfrm>
          <a:custGeom>
            <a:avLst/>
            <a:gdLst/>
            <a:ahLst/>
            <a:cxnLst/>
            <a:rect r="r" b="b" t="t" l="l"/>
            <a:pathLst>
              <a:path h="2133500" w="2133500">
                <a:moveTo>
                  <a:pt x="0" y="0"/>
                </a:moveTo>
                <a:lnTo>
                  <a:pt x="2133499" y="0"/>
                </a:lnTo>
                <a:lnTo>
                  <a:pt x="2133499" y="2133500"/>
                </a:lnTo>
                <a:lnTo>
                  <a:pt x="0" y="21335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4517383" y="3732783"/>
            <a:ext cx="9253234" cy="16028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534"/>
              </a:lnSpc>
            </a:pPr>
            <a:r>
              <a:rPr lang="en-US" sz="11206" b="true">
                <a:solidFill>
                  <a:srgbClr val="FFFFFF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Trakto Route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4950284" y="7163089"/>
            <a:ext cx="8387433" cy="2474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b="true" sz="1724" spc="48">
                <a:solidFill>
                  <a:srgbClr val="E4E5EC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GESTIÓN Y TRAZABILIDAD PARA OPERACIONES DE TRANSPORTE DE CARGA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8719795" y="2047208"/>
            <a:ext cx="1954255" cy="3927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5"/>
              </a:lnSpc>
            </a:pPr>
            <a:r>
              <a:rPr lang="en-US" b="true" sz="2689" spc="182">
                <a:solidFill>
                  <a:srgbClr val="FFFFFF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TRAKTO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6186264" y="5666094"/>
            <a:ext cx="5915471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84"/>
              </a:lnSpc>
              <a:spcBef>
                <a:spcPct val="0"/>
              </a:spcBef>
            </a:pPr>
            <a:r>
              <a:rPr lang="en-US" b="true" sz="2487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Aplicaciones para Dispositivos Móviles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8938241" y="6312579"/>
            <a:ext cx="596702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84"/>
              </a:lnSpc>
              <a:spcBef>
                <a:spcPct val="0"/>
              </a:spcBef>
            </a:pPr>
            <a:r>
              <a:rPr lang="en-US" b="true" sz="2487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TB1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4E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720624" y="0"/>
            <a:ext cx="7668455" cy="10401374"/>
          </a:xfrm>
          <a:custGeom>
            <a:avLst/>
            <a:gdLst/>
            <a:ahLst/>
            <a:cxnLst/>
            <a:rect r="r" b="b" t="t" l="l"/>
            <a:pathLst>
              <a:path h="10401374" w="7668455">
                <a:moveTo>
                  <a:pt x="0" y="0"/>
                </a:moveTo>
                <a:lnTo>
                  <a:pt x="7668455" y="0"/>
                </a:lnTo>
                <a:lnTo>
                  <a:pt x="7668455" y="10401374"/>
                </a:lnTo>
                <a:lnTo>
                  <a:pt x="0" y="1040137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-35638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39536" y="-549566"/>
            <a:ext cx="2789693" cy="1658599"/>
          </a:xfrm>
          <a:custGeom>
            <a:avLst/>
            <a:gdLst/>
            <a:ahLst/>
            <a:cxnLst/>
            <a:rect r="r" b="b" t="t" l="l"/>
            <a:pathLst>
              <a:path h="1658599" w="2789693">
                <a:moveTo>
                  <a:pt x="0" y="0"/>
                </a:moveTo>
                <a:lnTo>
                  <a:pt x="2789693" y="0"/>
                </a:lnTo>
                <a:lnTo>
                  <a:pt x="2789693" y="1658599"/>
                </a:lnTo>
                <a:lnTo>
                  <a:pt x="0" y="165859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1214315" y="479227"/>
            <a:ext cx="2789693" cy="1658599"/>
          </a:xfrm>
          <a:custGeom>
            <a:avLst/>
            <a:gdLst/>
            <a:ahLst/>
            <a:cxnLst/>
            <a:rect r="r" b="b" t="t" l="l"/>
            <a:pathLst>
              <a:path h="1658599" w="2789693">
                <a:moveTo>
                  <a:pt x="0" y="0"/>
                </a:moveTo>
                <a:lnTo>
                  <a:pt x="2789693" y="0"/>
                </a:lnTo>
                <a:lnTo>
                  <a:pt x="2789693" y="1658599"/>
                </a:lnTo>
                <a:lnTo>
                  <a:pt x="0" y="165859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-1000792" y="-422617"/>
            <a:ext cx="2362646" cy="1404701"/>
          </a:xfrm>
          <a:custGeom>
            <a:avLst/>
            <a:gdLst/>
            <a:ahLst/>
            <a:cxnLst/>
            <a:rect r="r" b="b" t="t" l="l"/>
            <a:pathLst>
              <a:path h="1404701" w="2362646">
                <a:moveTo>
                  <a:pt x="0" y="0"/>
                </a:moveTo>
                <a:lnTo>
                  <a:pt x="2362647" y="0"/>
                </a:lnTo>
                <a:lnTo>
                  <a:pt x="2362647" y="1404701"/>
                </a:lnTo>
                <a:lnTo>
                  <a:pt x="0" y="140470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true" rot="0">
            <a:off x="-139536" y="9177967"/>
            <a:ext cx="2789693" cy="1658599"/>
          </a:xfrm>
          <a:custGeom>
            <a:avLst/>
            <a:gdLst/>
            <a:ahLst/>
            <a:cxnLst/>
            <a:rect r="r" b="b" t="t" l="l"/>
            <a:pathLst>
              <a:path h="1658599" w="2789693">
                <a:moveTo>
                  <a:pt x="0" y="1658599"/>
                </a:moveTo>
                <a:lnTo>
                  <a:pt x="2789693" y="1658599"/>
                </a:lnTo>
                <a:lnTo>
                  <a:pt x="2789693" y="0"/>
                </a:lnTo>
                <a:lnTo>
                  <a:pt x="0" y="0"/>
                </a:lnTo>
                <a:lnTo>
                  <a:pt x="0" y="1658599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true" rot="0">
            <a:off x="-1214315" y="8234368"/>
            <a:ext cx="2789693" cy="1658599"/>
          </a:xfrm>
          <a:custGeom>
            <a:avLst/>
            <a:gdLst/>
            <a:ahLst/>
            <a:cxnLst/>
            <a:rect r="r" b="b" t="t" l="l"/>
            <a:pathLst>
              <a:path h="1658599" w="2789693">
                <a:moveTo>
                  <a:pt x="0" y="1658599"/>
                </a:moveTo>
                <a:lnTo>
                  <a:pt x="2789693" y="1658599"/>
                </a:lnTo>
                <a:lnTo>
                  <a:pt x="2789693" y="0"/>
                </a:lnTo>
                <a:lnTo>
                  <a:pt x="0" y="0"/>
                </a:lnTo>
                <a:lnTo>
                  <a:pt x="0" y="1658599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true" rot="0">
            <a:off x="-1000792" y="9238143"/>
            <a:ext cx="2362646" cy="1404701"/>
          </a:xfrm>
          <a:custGeom>
            <a:avLst/>
            <a:gdLst/>
            <a:ahLst/>
            <a:cxnLst/>
            <a:rect r="r" b="b" t="t" l="l"/>
            <a:pathLst>
              <a:path h="1404701" w="2362646">
                <a:moveTo>
                  <a:pt x="0" y="1404701"/>
                </a:moveTo>
                <a:lnTo>
                  <a:pt x="2362647" y="1404701"/>
                </a:lnTo>
                <a:lnTo>
                  <a:pt x="2362647" y="0"/>
                </a:lnTo>
                <a:lnTo>
                  <a:pt x="0" y="0"/>
                </a:lnTo>
                <a:lnTo>
                  <a:pt x="0" y="140470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2346629" y="2259571"/>
            <a:ext cx="13171083" cy="7747696"/>
          </a:xfrm>
          <a:custGeom>
            <a:avLst/>
            <a:gdLst/>
            <a:ahLst/>
            <a:cxnLst/>
            <a:rect r="r" b="b" t="t" l="l"/>
            <a:pathLst>
              <a:path h="7747696" w="13171083">
                <a:moveTo>
                  <a:pt x="0" y="0"/>
                </a:moveTo>
                <a:lnTo>
                  <a:pt x="13171083" y="0"/>
                </a:lnTo>
                <a:lnTo>
                  <a:pt x="13171083" y="7747696"/>
                </a:lnTo>
                <a:lnTo>
                  <a:pt x="0" y="774769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grpSp>
        <p:nvGrpSpPr>
          <p:cNvPr name="Group 10" id="10"/>
          <p:cNvGrpSpPr/>
          <p:nvPr/>
        </p:nvGrpSpPr>
        <p:grpSpPr>
          <a:xfrm rot="0">
            <a:off x="4860509" y="-121773"/>
            <a:ext cx="7410085" cy="2207714"/>
            <a:chOff x="0" y="0"/>
            <a:chExt cx="8928574" cy="266012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928574" cy="2660123"/>
            </a:xfrm>
            <a:custGeom>
              <a:avLst/>
              <a:gdLst/>
              <a:ahLst/>
              <a:cxnLst/>
              <a:rect r="r" b="b" t="t" l="l"/>
              <a:pathLst>
                <a:path h="2660123" w="8928574">
                  <a:moveTo>
                    <a:pt x="0" y="0"/>
                  </a:moveTo>
                  <a:lnTo>
                    <a:pt x="8928574" y="0"/>
                  </a:lnTo>
                  <a:lnTo>
                    <a:pt x="8928574" y="2660123"/>
                  </a:lnTo>
                  <a:lnTo>
                    <a:pt x="0" y="2660123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11036" r="59034" b="57453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57150"/>
              <a:ext cx="8928574" cy="271727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799"/>
                </a:lnSpc>
              </a:pPr>
              <a:r>
                <a:rPr lang="en-US" sz="3999" b="true">
                  <a:solidFill>
                    <a:srgbClr val="5E17EB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Product Backlog</a:t>
              </a:r>
            </a:p>
          </p:txBody>
        </p:sp>
      </p:grpSp>
      <p:sp>
        <p:nvSpPr>
          <p:cNvPr name="Freeform 13" id="13"/>
          <p:cNvSpPr/>
          <p:nvPr/>
        </p:nvSpPr>
        <p:spPr>
          <a:xfrm flipH="false" flipV="false" rot="0">
            <a:off x="16154500" y="23213"/>
            <a:ext cx="2133500" cy="2133500"/>
          </a:xfrm>
          <a:custGeom>
            <a:avLst/>
            <a:gdLst/>
            <a:ahLst/>
            <a:cxnLst/>
            <a:rect r="r" b="b" t="t" l="l"/>
            <a:pathLst>
              <a:path h="2133500" w="2133500">
                <a:moveTo>
                  <a:pt x="0" y="0"/>
                </a:moveTo>
                <a:lnTo>
                  <a:pt x="2133500" y="0"/>
                </a:lnTo>
                <a:lnTo>
                  <a:pt x="2133500" y="2133500"/>
                </a:lnTo>
                <a:lnTo>
                  <a:pt x="0" y="21335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5437737" y="1594901"/>
            <a:ext cx="6255630" cy="542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40"/>
              </a:lnSpc>
              <a:spcBef>
                <a:spcPct val="0"/>
              </a:spcBef>
            </a:pPr>
            <a:r>
              <a:rPr lang="en-US" b="true" sz="3200" u="sng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  <a:hlinkClick r:id="rId9" tooltip="https://trello.com/b/YlramyOI"/>
              </a:rPr>
              <a:t>https://trello.com/b/YlramyOI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51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27795" y="-549566"/>
            <a:ext cx="2789693" cy="1658599"/>
          </a:xfrm>
          <a:custGeom>
            <a:avLst/>
            <a:gdLst/>
            <a:ahLst/>
            <a:cxnLst/>
            <a:rect r="r" b="b" t="t" l="l"/>
            <a:pathLst>
              <a:path h="1658599" w="2789693">
                <a:moveTo>
                  <a:pt x="0" y="0"/>
                </a:moveTo>
                <a:lnTo>
                  <a:pt x="2789693" y="0"/>
                </a:lnTo>
                <a:lnTo>
                  <a:pt x="2789693" y="1658599"/>
                </a:lnTo>
                <a:lnTo>
                  <a:pt x="0" y="165859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060994" y="451930"/>
            <a:ext cx="2789693" cy="1658599"/>
          </a:xfrm>
          <a:custGeom>
            <a:avLst/>
            <a:gdLst/>
            <a:ahLst/>
            <a:cxnLst/>
            <a:rect r="r" b="b" t="t" l="l"/>
            <a:pathLst>
              <a:path h="1658599" w="2789693">
                <a:moveTo>
                  <a:pt x="0" y="0"/>
                </a:moveTo>
                <a:lnTo>
                  <a:pt x="2789692" y="0"/>
                </a:lnTo>
                <a:lnTo>
                  <a:pt x="2789692" y="1658600"/>
                </a:lnTo>
                <a:lnTo>
                  <a:pt x="0" y="16586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847471" y="-422617"/>
            <a:ext cx="2362646" cy="1404701"/>
          </a:xfrm>
          <a:custGeom>
            <a:avLst/>
            <a:gdLst/>
            <a:ahLst/>
            <a:cxnLst/>
            <a:rect r="r" b="b" t="t" l="l"/>
            <a:pathLst>
              <a:path h="1404701" w="2362646">
                <a:moveTo>
                  <a:pt x="0" y="0"/>
                </a:moveTo>
                <a:lnTo>
                  <a:pt x="2362646" y="0"/>
                </a:lnTo>
                <a:lnTo>
                  <a:pt x="2362646" y="1404701"/>
                </a:lnTo>
                <a:lnTo>
                  <a:pt x="0" y="14047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true" rot="0">
            <a:off x="15682795" y="9177967"/>
            <a:ext cx="2789693" cy="1658599"/>
          </a:xfrm>
          <a:custGeom>
            <a:avLst/>
            <a:gdLst/>
            <a:ahLst/>
            <a:cxnLst/>
            <a:rect r="r" b="b" t="t" l="l"/>
            <a:pathLst>
              <a:path h="1658599" w="2789693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true" rot="0">
            <a:off x="16559302" y="8234368"/>
            <a:ext cx="2789693" cy="1658599"/>
          </a:xfrm>
          <a:custGeom>
            <a:avLst/>
            <a:gdLst/>
            <a:ahLst/>
            <a:cxnLst/>
            <a:rect r="r" b="b" t="t" l="l"/>
            <a:pathLst>
              <a:path h="1658599" w="2789693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true" rot="0">
            <a:off x="16772825" y="9238143"/>
            <a:ext cx="2362646" cy="1404701"/>
          </a:xfrm>
          <a:custGeom>
            <a:avLst/>
            <a:gdLst/>
            <a:ahLst/>
            <a:cxnLst/>
            <a:rect r="r" b="b" t="t" l="l"/>
            <a:pathLst>
              <a:path h="1404701" w="2362646">
                <a:moveTo>
                  <a:pt x="2362646" y="1404701"/>
                </a:moveTo>
                <a:lnTo>
                  <a:pt x="0" y="1404701"/>
                </a:lnTo>
                <a:lnTo>
                  <a:pt x="0" y="0"/>
                </a:lnTo>
                <a:lnTo>
                  <a:pt x="2362646" y="0"/>
                </a:lnTo>
                <a:lnTo>
                  <a:pt x="2362646" y="1404701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3662787" y="23213"/>
            <a:ext cx="10795667" cy="1404045"/>
            <a:chOff x="0" y="0"/>
            <a:chExt cx="13007935" cy="1691764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3007935" cy="1691764"/>
            </a:xfrm>
            <a:custGeom>
              <a:avLst/>
              <a:gdLst/>
              <a:ahLst/>
              <a:cxnLst/>
              <a:rect r="r" b="b" t="t" l="l"/>
              <a:pathLst>
                <a:path h="1691764" w="13007935">
                  <a:moveTo>
                    <a:pt x="0" y="0"/>
                  </a:moveTo>
                  <a:lnTo>
                    <a:pt x="13007935" y="0"/>
                  </a:lnTo>
                  <a:lnTo>
                    <a:pt x="13007935" y="1691764"/>
                  </a:lnTo>
                  <a:lnTo>
                    <a:pt x="0" y="16917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7353" r="71881" b="3310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85725"/>
              <a:ext cx="13007935" cy="17774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000"/>
                </a:lnSpc>
              </a:pPr>
              <a:r>
                <a:rPr lang="en-US" sz="5000" b="true">
                  <a:solidFill>
                    <a:srgbClr val="5E17EB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User Flow Diagrams</a:t>
              </a: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6154500" y="23213"/>
            <a:ext cx="2133500" cy="2133500"/>
          </a:xfrm>
          <a:custGeom>
            <a:avLst/>
            <a:gdLst/>
            <a:ahLst/>
            <a:cxnLst/>
            <a:rect r="r" b="b" t="t" l="l"/>
            <a:pathLst>
              <a:path h="2133500" w="2133500">
                <a:moveTo>
                  <a:pt x="0" y="0"/>
                </a:moveTo>
                <a:lnTo>
                  <a:pt x="2133500" y="0"/>
                </a:lnTo>
                <a:lnTo>
                  <a:pt x="2133500" y="2133500"/>
                </a:lnTo>
                <a:lnTo>
                  <a:pt x="0" y="21335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2518505" y="2156713"/>
            <a:ext cx="13084230" cy="7359879"/>
          </a:xfrm>
          <a:custGeom>
            <a:avLst/>
            <a:gdLst/>
            <a:ahLst/>
            <a:cxnLst/>
            <a:rect r="r" b="b" t="t" l="l"/>
            <a:pathLst>
              <a:path h="7359879" w="13084230">
                <a:moveTo>
                  <a:pt x="0" y="0"/>
                </a:moveTo>
                <a:lnTo>
                  <a:pt x="13084230" y="0"/>
                </a:lnTo>
                <a:lnTo>
                  <a:pt x="13084230" y="7359879"/>
                </a:lnTo>
                <a:lnTo>
                  <a:pt x="0" y="735987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51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27795" y="-549566"/>
            <a:ext cx="2789693" cy="1658599"/>
          </a:xfrm>
          <a:custGeom>
            <a:avLst/>
            <a:gdLst/>
            <a:ahLst/>
            <a:cxnLst/>
            <a:rect r="r" b="b" t="t" l="l"/>
            <a:pathLst>
              <a:path h="1658599" w="2789693">
                <a:moveTo>
                  <a:pt x="0" y="0"/>
                </a:moveTo>
                <a:lnTo>
                  <a:pt x="2789693" y="0"/>
                </a:lnTo>
                <a:lnTo>
                  <a:pt x="2789693" y="1658599"/>
                </a:lnTo>
                <a:lnTo>
                  <a:pt x="0" y="165859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060994" y="451930"/>
            <a:ext cx="2789693" cy="1658599"/>
          </a:xfrm>
          <a:custGeom>
            <a:avLst/>
            <a:gdLst/>
            <a:ahLst/>
            <a:cxnLst/>
            <a:rect r="r" b="b" t="t" l="l"/>
            <a:pathLst>
              <a:path h="1658599" w="2789693">
                <a:moveTo>
                  <a:pt x="0" y="0"/>
                </a:moveTo>
                <a:lnTo>
                  <a:pt x="2789692" y="0"/>
                </a:lnTo>
                <a:lnTo>
                  <a:pt x="2789692" y="1658600"/>
                </a:lnTo>
                <a:lnTo>
                  <a:pt x="0" y="16586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847471" y="-422617"/>
            <a:ext cx="2362646" cy="1404701"/>
          </a:xfrm>
          <a:custGeom>
            <a:avLst/>
            <a:gdLst/>
            <a:ahLst/>
            <a:cxnLst/>
            <a:rect r="r" b="b" t="t" l="l"/>
            <a:pathLst>
              <a:path h="1404701" w="2362646">
                <a:moveTo>
                  <a:pt x="0" y="0"/>
                </a:moveTo>
                <a:lnTo>
                  <a:pt x="2362646" y="0"/>
                </a:lnTo>
                <a:lnTo>
                  <a:pt x="2362646" y="1404701"/>
                </a:lnTo>
                <a:lnTo>
                  <a:pt x="0" y="14047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true" rot="0">
            <a:off x="15682795" y="9177967"/>
            <a:ext cx="2789693" cy="1658599"/>
          </a:xfrm>
          <a:custGeom>
            <a:avLst/>
            <a:gdLst/>
            <a:ahLst/>
            <a:cxnLst/>
            <a:rect r="r" b="b" t="t" l="l"/>
            <a:pathLst>
              <a:path h="1658599" w="2789693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true" rot="0">
            <a:off x="16559302" y="8234368"/>
            <a:ext cx="2789693" cy="1658599"/>
          </a:xfrm>
          <a:custGeom>
            <a:avLst/>
            <a:gdLst/>
            <a:ahLst/>
            <a:cxnLst/>
            <a:rect r="r" b="b" t="t" l="l"/>
            <a:pathLst>
              <a:path h="1658599" w="2789693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true" rot="0">
            <a:off x="16772825" y="9238143"/>
            <a:ext cx="2362646" cy="1404701"/>
          </a:xfrm>
          <a:custGeom>
            <a:avLst/>
            <a:gdLst/>
            <a:ahLst/>
            <a:cxnLst/>
            <a:rect r="r" b="b" t="t" l="l"/>
            <a:pathLst>
              <a:path h="1404701" w="2362646">
                <a:moveTo>
                  <a:pt x="2362646" y="1404701"/>
                </a:moveTo>
                <a:lnTo>
                  <a:pt x="0" y="1404701"/>
                </a:lnTo>
                <a:lnTo>
                  <a:pt x="0" y="0"/>
                </a:lnTo>
                <a:lnTo>
                  <a:pt x="2362646" y="0"/>
                </a:lnTo>
                <a:lnTo>
                  <a:pt x="2362646" y="1404701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3662787" y="23213"/>
            <a:ext cx="10795667" cy="1404045"/>
            <a:chOff x="0" y="0"/>
            <a:chExt cx="13007935" cy="1691764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3007935" cy="1691764"/>
            </a:xfrm>
            <a:custGeom>
              <a:avLst/>
              <a:gdLst/>
              <a:ahLst/>
              <a:cxnLst/>
              <a:rect r="r" b="b" t="t" l="l"/>
              <a:pathLst>
                <a:path h="1691764" w="13007935">
                  <a:moveTo>
                    <a:pt x="0" y="0"/>
                  </a:moveTo>
                  <a:lnTo>
                    <a:pt x="13007935" y="0"/>
                  </a:lnTo>
                  <a:lnTo>
                    <a:pt x="13007935" y="1691764"/>
                  </a:lnTo>
                  <a:lnTo>
                    <a:pt x="0" y="16917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7353" r="71881" b="3310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85725"/>
              <a:ext cx="13007935" cy="17774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000"/>
                </a:lnSpc>
              </a:pPr>
              <a:r>
                <a:rPr lang="en-US" sz="5000" b="true">
                  <a:solidFill>
                    <a:srgbClr val="5E17EB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User Flow Diagrams</a:t>
              </a: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6154500" y="23213"/>
            <a:ext cx="2133500" cy="2133500"/>
          </a:xfrm>
          <a:custGeom>
            <a:avLst/>
            <a:gdLst/>
            <a:ahLst/>
            <a:cxnLst/>
            <a:rect r="r" b="b" t="t" l="l"/>
            <a:pathLst>
              <a:path h="2133500" w="2133500">
                <a:moveTo>
                  <a:pt x="0" y="0"/>
                </a:moveTo>
                <a:lnTo>
                  <a:pt x="2133500" y="0"/>
                </a:lnTo>
                <a:lnTo>
                  <a:pt x="2133500" y="2133500"/>
                </a:lnTo>
                <a:lnTo>
                  <a:pt x="0" y="21335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2601885" y="1463560"/>
            <a:ext cx="13084230" cy="7359879"/>
          </a:xfrm>
          <a:custGeom>
            <a:avLst/>
            <a:gdLst/>
            <a:ahLst/>
            <a:cxnLst/>
            <a:rect r="r" b="b" t="t" l="l"/>
            <a:pathLst>
              <a:path h="7359879" w="13084230">
                <a:moveTo>
                  <a:pt x="0" y="0"/>
                </a:moveTo>
                <a:lnTo>
                  <a:pt x="13084230" y="0"/>
                </a:lnTo>
                <a:lnTo>
                  <a:pt x="13084230" y="7359880"/>
                </a:lnTo>
                <a:lnTo>
                  <a:pt x="0" y="735988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51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27795" y="-549566"/>
            <a:ext cx="2789693" cy="1658599"/>
          </a:xfrm>
          <a:custGeom>
            <a:avLst/>
            <a:gdLst/>
            <a:ahLst/>
            <a:cxnLst/>
            <a:rect r="r" b="b" t="t" l="l"/>
            <a:pathLst>
              <a:path h="1658599" w="2789693">
                <a:moveTo>
                  <a:pt x="0" y="0"/>
                </a:moveTo>
                <a:lnTo>
                  <a:pt x="2789693" y="0"/>
                </a:lnTo>
                <a:lnTo>
                  <a:pt x="2789693" y="1658599"/>
                </a:lnTo>
                <a:lnTo>
                  <a:pt x="0" y="165859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060994" y="451930"/>
            <a:ext cx="2789693" cy="1658599"/>
          </a:xfrm>
          <a:custGeom>
            <a:avLst/>
            <a:gdLst/>
            <a:ahLst/>
            <a:cxnLst/>
            <a:rect r="r" b="b" t="t" l="l"/>
            <a:pathLst>
              <a:path h="1658599" w="2789693">
                <a:moveTo>
                  <a:pt x="0" y="0"/>
                </a:moveTo>
                <a:lnTo>
                  <a:pt x="2789692" y="0"/>
                </a:lnTo>
                <a:lnTo>
                  <a:pt x="2789692" y="1658600"/>
                </a:lnTo>
                <a:lnTo>
                  <a:pt x="0" y="16586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847471" y="-422617"/>
            <a:ext cx="2362646" cy="1404701"/>
          </a:xfrm>
          <a:custGeom>
            <a:avLst/>
            <a:gdLst/>
            <a:ahLst/>
            <a:cxnLst/>
            <a:rect r="r" b="b" t="t" l="l"/>
            <a:pathLst>
              <a:path h="1404701" w="2362646">
                <a:moveTo>
                  <a:pt x="0" y="0"/>
                </a:moveTo>
                <a:lnTo>
                  <a:pt x="2362646" y="0"/>
                </a:lnTo>
                <a:lnTo>
                  <a:pt x="2362646" y="1404701"/>
                </a:lnTo>
                <a:lnTo>
                  <a:pt x="0" y="14047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true" rot="0">
            <a:off x="15682795" y="9177967"/>
            <a:ext cx="2789693" cy="1658599"/>
          </a:xfrm>
          <a:custGeom>
            <a:avLst/>
            <a:gdLst/>
            <a:ahLst/>
            <a:cxnLst/>
            <a:rect r="r" b="b" t="t" l="l"/>
            <a:pathLst>
              <a:path h="1658599" w="2789693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true" rot="0">
            <a:off x="16559302" y="8234368"/>
            <a:ext cx="2789693" cy="1658599"/>
          </a:xfrm>
          <a:custGeom>
            <a:avLst/>
            <a:gdLst/>
            <a:ahLst/>
            <a:cxnLst/>
            <a:rect r="r" b="b" t="t" l="l"/>
            <a:pathLst>
              <a:path h="1658599" w="2789693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true" rot="0">
            <a:off x="16772825" y="9238143"/>
            <a:ext cx="2362646" cy="1404701"/>
          </a:xfrm>
          <a:custGeom>
            <a:avLst/>
            <a:gdLst/>
            <a:ahLst/>
            <a:cxnLst/>
            <a:rect r="r" b="b" t="t" l="l"/>
            <a:pathLst>
              <a:path h="1404701" w="2362646">
                <a:moveTo>
                  <a:pt x="2362646" y="1404701"/>
                </a:moveTo>
                <a:lnTo>
                  <a:pt x="0" y="1404701"/>
                </a:lnTo>
                <a:lnTo>
                  <a:pt x="0" y="0"/>
                </a:lnTo>
                <a:lnTo>
                  <a:pt x="2362646" y="0"/>
                </a:lnTo>
                <a:lnTo>
                  <a:pt x="2362646" y="1404701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3662787" y="23213"/>
            <a:ext cx="10795667" cy="1404045"/>
            <a:chOff x="0" y="0"/>
            <a:chExt cx="13007935" cy="1691764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3007935" cy="1691764"/>
            </a:xfrm>
            <a:custGeom>
              <a:avLst/>
              <a:gdLst/>
              <a:ahLst/>
              <a:cxnLst/>
              <a:rect r="r" b="b" t="t" l="l"/>
              <a:pathLst>
                <a:path h="1691764" w="13007935">
                  <a:moveTo>
                    <a:pt x="0" y="0"/>
                  </a:moveTo>
                  <a:lnTo>
                    <a:pt x="13007935" y="0"/>
                  </a:lnTo>
                  <a:lnTo>
                    <a:pt x="13007935" y="1691764"/>
                  </a:lnTo>
                  <a:lnTo>
                    <a:pt x="0" y="16917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7353" r="71881" b="3310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85725"/>
              <a:ext cx="13007935" cy="17774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000"/>
                </a:lnSpc>
              </a:pPr>
              <a:r>
                <a:rPr lang="en-US" sz="5000" b="true">
                  <a:solidFill>
                    <a:srgbClr val="5E17EB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User Flow Diagrams</a:t>
              </a: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6154500" y="23213"/>
            <a:ext cx="2133500" cy="2133500"/>
          </a:xfrm>
          <a:custGeom>
            <a:avLst/>
            <a:gdLst/>
            <a:ahLst/>
            <a:cxnLst/>
            <a:rect r="r" b="b" t="t" l="l"/>
            <a:pathLst>
              <a:path h="2133500" w="2133500">
                <a:moveTo>
                  <a:pt x="0" y="0"/>
                </a:moveTo>
                <a:lnTo>
                  <a:pt x="2133500" y="0"/>
                </a:lnTo>
                <a:lnTo>
                  <a:pt x="2133500" y="2133500"/>
                </a:lnTo>
                <a:lnTo>
                  <a:pt x="0" y="21335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2601885" y="1463560"/>
            <a:ext cx="13084230" cy="7359879"/>
          </a:xfrm>
          <a:custGeom>
            <a:avLst/>
            <a:gdLst/>
            <a:ahLst/>
            <a:cxnLst/>
            <a:rect r="r" b="b" t="t" l="l"/>
            <a:pathLst>
              <a:path h="7359879" w="13084230">
                <a:moveTo>
                  <a:pt x="0" y="0"/>
                </a:moveTo>
                <a:lnTo>
                  <a:pt x="13084230" y="0"/>
                </a:lnTo>
                <a:lnTo>
                  <a:pt x="13084230" y="7359880"/>
                </a:lnTo>
                <a:lnTo>
                  <a:pt x="0" y="735988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51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27795" y="-549566"/>
            <a:ext cx="2789693" cy="1658599"/>
          </a:xfrm>
          <a:custGeom>
            <a:avLst/>
            <a:gdLst/>
            <a:ahLst/>
            <a:cxnLst/>
            <a:rect r="r" b="b" t="t" l="l"/>
            <a:pathLst>
              <a:path h="1658599" w="2789693">
                <a:moveTo>
                  <a:pt x="0" y="0"/>
                </a:moveTo>
                <a:lnTo>
                  <a:pt x="2789693" y="0"/>
                </a:lnTo>
                <a:lnTo>
                  <a:pt x="2789693" y="1658599"/>
                </a:lnTo>
                <a:lnTo>
                  <a:pt x="0" y="165859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060994" y="451930"/>
            <a:ext cx="2789693" cy="1658599"/>
          </a:xfrm>
          <a:custGeom>
            <a:avLst/>
            <a:gdLst/>
            <a:ahLst/>
            <a:cxnLst/>
            <a:rect r="r" b="b" t="t" l="l"/>
            <a:pathLst>
              <a:path h="1658599" w="2789693">
                <a:moveTo>
                  <a:pt x="0" y="0"/>
                </a:moveTo>
                <a:lnTo>
                  <a:pt x="2789692" y="0"/>
                </a:lnTo>
                <a:lnTo>
                  <a:pt x="2789692" y="1658600"/>
                </a:lnTo>
                <a:lnTo>
                  <a:pt x="0" y="16586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847471" y="-422617"/>
            <a:ext cx="2362646" cy="1404701"/>
          </a:xfrm>
          <a:custGeom>
            <a:avLst/>
            <a:gdLst/>
            <a:ahLst/>
            <a:cxnLst/>
            <a:rect r="r" b="b" t="t" l="l"/>
            <a:pathLst>
              <a:path h="1404701" w="2362646">
                <a:moveTo>
                  <a:pt x="0" y="0"/>
                </a:moveTo>
                <a:lnTo>
                  <a:pt x="2362646" y="0"/>
                </a:lnTo>
                <a:lnTo>
                  <a:pt x="2362646" y="1404701"/>
                </a:lnTo>
                <a:lnTo>
                  <a:pt x="0" y="14047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true" rot="0">
            <a:off x="15682795" y="9177967"/>
            <a:ext cx="2789693" cy="1658599"/>
          </a:xfrm>
          <a:custGeom>
            <a:avLst/>
            <a:gdLst/>
            <a:ahLst/>
            <a:cxnLst/>
            <a:rect r="r" b="b" t="t" l="l"/>
            <a:pathLst>
              <a:path h="1658599" w="2789693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true" rot="0">
            <a:off x="16559302" y="8234368"/>
            <a:ext cx="2789693" cy="1658599"/>
          </a:xfrm>
          <a:custGeom>
            <a:avLst/>
            <a:gdLst/>
            <a:ahLst/>
            <a:cxnLst/>
            <a:rect r="r" b="b" t="t" l="l"/>
            <a:pathLst>
              <a:path h="1658599" w="2789693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true" rot="0">
            <a:off x="16772825" y="9238143"/>
            <a:ext cx="2362646" cy="1404701"/>
          </a:xfrm>
          <a:custGeom>
            <a:avLst/>
            <a:gdLst/>
            <a:ahLst/>
            <a:cxnLst/>
            <a:rect r="r" b="b" t="t" l="l"/>
            <a:pathLst>
              <a:path h="1404701" w="2362646">
                <a:moveTo>
                  <a:pt x="2362646" y="1404701"/>
                </a:moveTo>
                <a:lnTo>
                  <a:pt x="0" y="1404701"/>
                </a:lnTo>
                <a:lnTo>
                  <a:pt x="0" y="0"/>
                </a:lnTo>
                <a:lnTo>
                  <a:pt x="2362646" y="0"/>
                </a:lnTo>
                <a:lnTo>
                  <a:pt x="2362646" y="1404701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3662787" y="23213"/>
            <a:ext cx="10795667" cy="1404045"/>
            <a:chOff x="0" y="0"/>
            <a:chExt cx="13007935" cy="1691764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3007935" cy="1691764"/>
            </a:xfrm>
            <a:custGeom>
              <a:avLst/>
              <a:gdLst/>
              <a:ahLst/>
              <a:cxnLst/>
              <a:rect r="r" b="b" t="t" l="l"/>
              <a:pathLst>
                <a:path h="1691764" w="13007935">
                  <a:moveTo>
                    <a:pt x="0" y="0"/>
                  </a:moveTo>
                  <a:lnTo>
                    <a:pt x="13007935" y="0"/>
                  </a:lnTo>
                  <a:lnTo>
                    <a:pt x="13007935" y="1691764"/>
                  </a:lnTo>
                  <a:lnTo>
                    <a:pt x="0" y="16917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7353" r="71881" b="3310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85725"/>
              <a:ext cx="13007935" cy="17774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000"/>
                </a:lnSpc>
              </a:pPr>
              <a:r>
                <a:rPr lang="en-US" sz="5000" b="true">
                  <a:solidFill>
                    <a:srgbClr val="5E17EB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User Flow Diagrams</a:t>
              </a: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6154500" y="23213"/>
            <a:ext cx="2133500" cy="2133500"/>
          </a:xfrm>
          <a:custGeom>
            <a:avLst/>
            <a:gdLst/>
            <a:ahLst/>
            <a:cxnLst/>
            <a:rect r="r" b="b" t="t" l="l"/>
            <a:pathLst>
              <a:path h="2133500" w="2133500">
                <a:moveTo>
                  <a:pt x="0" y="0"/>
                </a:moveTo>
                <a:lnTo>
                  <a:pt x="2133500" y="0"/>
                </a:lnTo>
                <a:lnTo>
                  <a:pt x="2133500" y="2133500"/>
                </a:lnTo>
                <a:lnTo>
                  <a:pt x="0" y="21335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2518505" y="1427258"/>
            <a:ext cx="13084230" cy="7359879"/>
          </a:xfrm>
          <a:custGeom>
            <a:avLst/>
            <a:gdLst/>
            <a:ahLst/>
            <a:cxnLst/>
            <a:rect r="r" b="b" t="t" l="l"/>
            <a:pathLst>
              <a:path h="7359879" w="13084230">
                <a:moveTo>
                  <a:pt x="0" y="0"/>
                </a:moveTo>
                <a:lnTo>
                  <a:pt x="13084230" y="0"/>
                </a:lnTo>
                <a:lnTo>
                  <a:pt x="13084230" y="7359879"/>
                </a:lnTo>
                <a:lnTo>
                  <a:pt x="0" y="735987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51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27795" y="-549566"/>
            <a:ext cx="2789693" cy="1658599"/>
          </a:xfrm>
          <a:custGeom>
            <a:avLst/>
            <a:gdLst/>
            <a:ahLst/>
            <a:cxnLst/>
            <a:rect r="r" b="b" t="t" l="l"/>
            <a:pathLst>
              <a:path h="1658599" w="2789693">
                <a:moveTo>
                  <a:pt x="0" y="0"/>
                </a:moveTo>
                <a:lnTo>
                  <a:pt x="2789693" y="0"/>
                </a:lnTo>
                <a:lnTo>
                  <a:pt x="2789693" y="1658599"/>
                </a:lnTo>
                <a:lnTo>
                  <a:pt x="0" y="165859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060994" y="451930"/>
            <a:ext cx="2789693" cy="1658599"/>
          </a:xfrm>
          <a:custGeom>
            <a:avLst/>
            <a:gdLst/>
            <a:ahLst/>
            <a:cxnLst/>
            <a:rect r="r" b="b" t="t" l="l"/>
            <a:pathLst>
              <a:path h="1658599" w="2789693">
                <a:moveTo>
                  <a:pt x="0" y="0"/>
                </a:moveTo>
                <a:lnTo>
                  <a:pt x="2789692" y="0"/>
                </a:lnTo>
                <a:lnTo>
                  <a:pt x="2789692" y="1658600"/>
                </a:lnTo>
                <a:lnTo>
                  <a:pt x="0" y="16586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847471" y="-422617"/>
            <a:ext cx="2362646" cy="1404701"/>
          </a:xfrm>
          <a:custGeom>
            <a:avLst/>
            <a:gdLst/>
            <a:ahLst/>
            <a:cxnLst/>
            <a:rect r="r" b="b" t="t" l="l"/>
            <a:pathLst>
              <a:path h="1404701" w="2362646">
                <a:moveTo>
                  <a:pt x="0" y="0"/>
                </a:moveTo>
                <a:lnTo>
                  <a:pt x="2362646" y="0"/>
                </a:lnTo>
                <a:lnTo>
                  <a:pt x="2362646" y="1404701"/>
                </a:lnTo>
                <a:lnTo>
                  <a:pt x="0" y="14047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true" rot="0">
            <a:off x="15682795" y="9177967"/>
            <a:ext cx="2789693" cy="1658599"/>
          </a:xfrm>
          <a:custGeom>
            <a:avLst/>
            <a:gdLst/>
            <a:ahLst/>
            <a:cxnLst/>
            <a:rect r="r" b="b" t="t" l="l"/>
            <a:pathLst>
              <a:path h="1658599" w="2789693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true" rot="0">
            <a:off x="16559302" y="8234368"/>
            <a:ext cx="2789693" cy="1658599"/>
          </a:xfrm>
          <a:custGeom>
            <a:avLst/>
            <a:gdLst/>
            <a:ahLst/>
            <a:cxnLst/>
            <a:rect r="r" b="b" t="t" l="l"/>
            <a:pathLst>
              <a:path h="1658599" w="2789693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true" rot="0">
            <a:off x="16772825" y="9238143"/>
            <a:ext cx="2362646" cy="1404701"/>
          </a:xfrm>
          <a:custGeom>
            <a:avLst/>
            <a:gdLst/>
            <a:ahLst/>
            <a:cxnLst/>
            <a:rect r="r" b="b" t="t" l="l"/>
            <a:pathLst>
              <a:path h="1404701" w="2362646">
                <a:moveTo>
                  <a:pt x="2362646" y="1404701"/>
                </a:moveTo>
                <a:lnTo>
                  <a:pt x="0" y="1404701"/>
                </a:lnTo>
                <a:lnTo>
                  <a:pt x="0" y="0"/>
                </a:lnTo>
                <a:lnTo>
                  <a:pt x="2362646" y="0"/>
                </a:lnTo>
                <a:lnTo>
                  <a:pt x="2362646" y="1404701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3662787" y="23213"/>
            <a:ext cx="10795667" cy="1404045"/>
            <a:chOff x="0" y="0"/>
            <a:chExt cx="13007935" cy="1691764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3007935" cy="1691764"/>
            </a:xfrm>
            <a:custGeom>
              <a:avLst/>
              <a:gdLst/>
              <a:ahLst/>
              <a:cxnLst/>
              <a:rect r="r" b="b" t="t" l="l"/>
              <a:pathLst>
                <a:path h="1691764" w="13007935">
                  <a:moveTo>
                    <a:pt x="0" y="0"/>
                  </a:moveTo>
                  <a:lnTo>
                    <a:pt x="13007935" y="0"/>
                  </a:lnTo>
                  <a:lnTo>
                    <a:pt x="13007935" y="1691764"/>
                  </a:lnTo>
                  <a:lnTo>
                    <a:pt x="0" y="16917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7353" r="71881" b="3310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85725"/>
              <a:ext cx="13007935" cy="17774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000"/>
                </a:lnSpc>
              </a:pPr>
              <a:r>
                <a:rPr lang="en-US" sz="5000" b="true">
                  <a:solidFill>
                    <a:srgbClr val="5E17EB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User Flow Diagrams</a:t>
              </a: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6154500" y="23213"/>
            <a:ext cx="2133500" cy="2133500"/>
          </a:xfrm>
          <a:custGeom>
            <a:avLst/>
            <a:gdLst/>
            <a:ahLst/>
            <a:cxnLst/>
            <a:rect r="r" b="b" t="t" l="l"/>
            <a:pathLst>
              <a:path h="2133500" w="2133500">
                <a:moveTo>
                  <a:pt x="0" y="0"/>
                </a:moveTo>
                <a:lnTo>
                  <a:pt x="2133500" y="0"/>
                </a:lnTo>
                <a:lnTo>
                  <a:pt x="2133500" y="2133500"/>
                </a:lnTo>
                <a:lnTo>
                  <a:pt x="0" y="21335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2661898" y="1703788"/>
            <a:ext cx="13084230" cy="7359879"/>
          </a:xfrm>
          <a:custGeom>
            <a:avLst/>
            <a:gdLst/>
            <a:ahLst/>
            <a:cxnLst/>
            <a:rect r="r" b="b" t="t" l="l"/>
            <a:pathLst>
              <a:path h="7359879" w="13084230">
                <a:moveTo>
                  <a:pt x="0" y="0"/>
                </a:moveTo>
                <a:lnTo>
                  <a:pt x="13084230" y="0"/>
                </a:lnTo>
                <a:lnTo>
                  <a:pt x="13084230" y="7359879"/>
                </a:lnTo>
                <a:lnTo>
                  <a:pt x="0" y="735987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51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27795" y="-549566"/>
            <a:ext cx="2789693" cy="1658599"/>
          </a:xfrm>
          <a:custGeom>
            <a:avLst/>
            <a:gdLst/>
            <a:ahLst/>
            <a:cxnLst/>
            <a:rect r="r" b="b" t="t" l="l"/>
            <a:pathLst>
              <a:path h="1658599" w="2789693">
                <a:moveTo>
                  <a:pt x="0" y="0"/>
                </a:moveTo>
                <a:lnTo>
                  <a:pt x="2789693" y="0"/>
                </a:lnTo>
                <a:lnTo>
                  <a:pt x="2789693" y="1658599"/>
                </a:lnTo>
                <a:lnTo>
                  <a:pt x="0" y="165859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060994" y="451930"/>
            <a:ext cx="2789693" cy="1658599"/>
          </a:xfrm>
          <a:custGeom>
            <a:avLst/>
            <a:gdLst/>
            <a:ahLst/>
            <a:cxnLst/>
            <a:rect r="r" b="b" t="t" l="l"/>
            <a:pathLst>
              <a:path h="1658599" w="2789693">
                <a:moveTo>
                  <a:pt x="0" y="0"/>
                </a:moveTo>
                <a:lnTo>
                  <a:pt x="2789692" y="0"/>
                </a:lnTo>
                <a:lnTo>
                  <a:pt x="2789692" y="1658600"/>
                </a:lnTo>
                <a:lnTo>
                  <a:pt x="0" y="16586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847471" y="-422617"/>
            <a:ext cx="2362646" cy="1404701"/>
          </a:xfrm>
          <a:custGeom>
            <a:avLst/>
            <a:gdLst/>
            <a:ahLst/>
            <a:cxnLst/>
            <a:rect r="r" b="b" t="t" l="l"/>
            <a:pathLst>
              <a:path h="1404701" w="2362646">
                <a:moveTo>
                  <a:pt x="0" y="0"/>
                </a:moveTo>
                <a:lnTo>
                  <a:pt x="2362646" y="0"/>
                </a:lnTo>
                <a:lnTo>
                  <a:pt x="2362646" y="1404701"/>
                </a:lnTo>
                <a:lnTo>
                  <a:pt x="0" y="14047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true" rot="0">
            <a:off x="15682795" y="9177967"/>
            <a:ext cx="2789693" cy="1658599"/>
          </a:xfrm>
          <a:custGeom>
            <a:avLst/>
            <a:gdLst/>
            <a:ahLst/>
            <a:cxnLst/>
            <a:rect r="r" b="b" t="t" l="l"/>
            <a:pathLst>
              <a:path h="1658599" w="2789693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true" rot="0">
            <a:off x="16559302" y="8234368"/>
            <a:ext cx="2789693" cy="1658599"/>
          </a:xfrm>
          <a:custGeom>
            <a:avLst/>
            <a:gdLst/>
            <a:ahLst/>
            <a:cxnLst/>
            <a:rect r="r" b="b" t="t" l="l"/>
            <a:pathLst>
              <a:path h="1658599" w="2789693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true" rot="0">
            <a:off x="16772825" y="9238143"/>
            <a:ext cx="2362646" cy="1404701"/>
          </a:xfrm>
          <a:custGeom>
            <a:avLst/>
            <a:gdLst/>
            <a:ahLst/>
            <a:cxnLst/>
            <a:rect r="r" b="b" t="t" l="l"/>
            <a:pathLst>
              <a:path h="1404701" w="2362646">
                <a:moveTo>
                  <a:pt x="2362646" y="1404701"/>
                </a:moveTo>
                <a:lnTo>
                  <a:pt x="0" y="1404701"/>
                </a:lnTo>
                <a:lnTo>
                  <a:pt x="0" y="0"/>
                </a:lnTo>
                <a:lnTo>
                  <a:pt x="2362646" y="0"/>
                </a:lnTo>
                <a:lnTo>
                  <a:pt x="2362646" y="1404701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3662787" y="23213"/>
            <a:ext cx="10795667" cy="1404045"/>
            <a:chOff x="0" y="0"/>
            <a:chExt cx="13007935" cy="1691764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3007935" cy="1691764"/>
            </a:xfrm>
            <a:custGeom>
              <a:avLst/>
              <a:gdLst/>
              <a:ahLst/>
              <a:cxnLst/>
              <a:rect r="r" b="b" t="t" l="l"/>
              <a:pathLst>
                <a:path h="1691764" w="13007935">
                  <a:moveTo>
                    <a:pt x="0" y="0"/>
                  </a:moveTo>
                  <a:lnTo>
                    <a:pt x="13007935" y="0"/>
                  </a:lnTo>
                  <a:lnTo>
                    <a:pt x="13007935" y="1691764"/>
                  </a:lnTo>
                  <a:lnTo>
                    <a:pt x="0" y="16917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7353" r="71881" b="3310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85725"/>
              <a:ext cx="13007935" cy="17774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000"/>
                </a:lnSpc>
              </a:pPr>
              <a:r>
                <a:rPr lang="en-US" sz="5000" b="true">
                  <a:solidFill>
                    <a:srgbClr val="5E17EB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User Flow Diagrams</a:t>
              </a: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6154500" y="23213"/>
            <a:ext cx="2133500" cy="2133500"/>
          </a:xfrm>
          <a:custGeom>
            <a:avLst/>
            <a:gdLst/>
            <a:ahLst/>
            <a:cxnLst/>
            <a:rect r="r" b="b" t="t" l="l"/>
            <a:pathLst>
              <a:path h="2133500" w="2133500">
                <a:moveTo>
                  <a:pt x="0" y="0"/>
                </a:moveTo>
                <a:lnTo>
                  <a:pt x="2133500" y="0"/>
                </a:lnTo>
                <a:lnTo>
                  <a:pt x="2133500" y="2133500"/>
                </a:lnTo>
                <a:lnTo>
                  <a:pt x="0" y="21335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2601885" y="1463560"/>
            <a:ext cx="13084230" cy="7359879"/>
          </a:xfrm>
          <a:custGeom>
            <a:avLst/>
            <a:gdLst/>
            <a:ahLst/>
            <a:cxnLst/>
            <a:rect r="r" b="b" t="t" l="l"/>
            <a:pathLst>
              <a:path h="7359879" w="13084230">
                <a:moveTo>
                  <a:pt x="0" y="0"/>
                </a:moveTo>
                <a:lnTo>
                  <a:pt x="13084230" y="0"/>
                </a:lnTo>
                <a:lnTo>
                  <a:pt x="13084230" y="7359880"/>
                </a:lnTo>
                <a:lnTo>
                  <a:pt x="0" y="735988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51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27795" y="-549566"/>
            <a:ext cx="2789693" cy="1658599"/>
          </a:xfrm>
          <a:custGeom>
            <a:avLst/>
            <a:gdLst/>
            <a:ahLst/>
            <a:cxnLst/>
            <a:rect r="r" b="b" t="t" l="l"/>
            <a:pathLst>
              <a:path h="1658599" w="2789693">
                <a:moveTo>
                  <a:pt x="0" y="0"/>
                </a:moveTo>
                <a:lnTo>
                  <a:pt x="2789693" y="0"/>
                </a:lnTo>
                <a:lnTo>
                  <a:pt x="2789693" y="1658599"/>
                </a:lnTo>
                <a:lnTo>
                  <a:pt x="0" y="165859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060994" y="451930"/>
            <a:ext cx="2789693" cy="1658599"/>
          </a:xfrm>
          <a:custGeom>
            <a:avLst/>
            <a:gdLst/>
            <a:ahLst/>
            <a:cxnLst/>
            <a:rect r="r" b="b" t="t" l="l"/>
            <a:pathLst>
              <a:path h="1658599" w="2789693">
                <a:moveTo>
                  <a:pt x="0" y="0"/>
                </a:moveTo>
                <a:lnTo>
                  <a:pt x="2789692" y="0"/>
                </a:lnTo>
                <a:lnTo>
                  <a:pt x="2789692" y="1658600"/>
                </a:lnTo>
                <a:lnTo>
                  <a:pt x="0" y="16586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847471" y="-422617"/>
            <a:ext cx="2362646" cy="1404701"/>
          </a:xfrm>
          <a:custGeom>
            <a:avLst/>
            <a:gdLst/>
            <a:ahLst/>
            <a:cxnLst/>
            <a:rect r="r" b="b" t="t" l="l"/>
            <a:pathLst>
              <a:path h="1404701" w="2362646">
                <a:moveTo>
                  <a:pt x="0" y="0"/>
                </a:moveTo>
                <a:lnTo>
                  <a:pt x="2362646" y="0"/>
                </a:lnTo>
                <a:lnTo>
                  <a:pt x="2362646" y="1404701"/>
                </a:lnTo>
                <a:lnTo>
                  <a:pt x="0" y="14047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true" rot="0">
            <a:off x="15682795" y="9177967"/>
            <a:ext cx="2789693" cy="1658599"/>
          </a:xfrm>
          <a:custGeom>
            <a:avLst/>
            <a:gdLst/>
            <a:ahLst/>
            <a:cxnLst/>
            <a:rect r="r" b="b" t="t" l="l"/>
            <a:pathLst>
              <a:path h="1658599" w="2789693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true" rot="0">
            <a:off x="16559302" y="8234368"/>
            <a:ext cx="2789693" cy="1658599"/>
          </a:xfrm>
          <a:custGeom>
            <a:avLst/>
            <a:gdLst/>
            <a:ahLst/>
            <a:cxnLst/>
            <a:rect r="r" b="b" t="t" l="l"/>
            <a:pathLst>
              <a:path h="1658599" w="2789693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true" rot="0">
            <a:off x="16772825" y="9238143"/>
            <a:ext cx="2362646" cy="1404701"/>
          </a:xfrm>
          <a:custGeom>
            <a:avLst/>
            <a:gdLst/>
            <a:ahLst/>
            <a:cxnLst/>
            <a:rect r="r" b="b" t="t" l="l"/>
            <a:pathLst>
              <a:path h="1404701" w="2362646">
                <a:moveTo>
                  <a:pt x="2362646" y="1404701"/>
                </a:moveTo>
                <a:lnTo>
                  <a:pt x="0" y="1404701"/>
                </a:lnTo>
                <a:lnTo>
                  <a:pt x="0" y="0"/>
                </a:lnTo>
                <a:lnTo>
                  <a:pt x="2362646" y="0"/>
                </a:lnTo>
                <a:lnTo>
                  <a:pt x="2362646" y="1404701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3662787" y="23213"/>
            <a:ext cx="10795667" cy="1404045"/>
            <a:chOff x="0" y="0"/>
            <a:chExt cx="13007935" cy="1691764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3007935" cy="1691764"/>
            </a:xfrm>
            <a:custGeom>
              <a:avLst/>
              <a:gdLst/>
              <a:ahLst/>
              <a:cxnLst/>
              <a:rect r="r" b="b" t="t" l="l"/>
              <a:pathLst>
                <a:path h="1691764" w="13007935">
                  <a:moveTo>
                    <a:pt x="0" y="0"/>
                  </a:moveTo>
                  <a:lnTo>
                    <a:pt x="13007935" y="0"/>
                  </a:lnTo>
                  <a:lnTo>
                    <a:pt x="13007935" y="1691764"/>
                  </a:lnTo>
                  <a:lnTo>
                    <a:pt x="0" y="16917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7353" r="71881" b="3310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85725"/>
              <a:ext cx="13007935" cy="17774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000"/>
                </a:lnSpc>
              </a:pPr>
              <a:r>
                <a:rPr lang="en-US" sz="5000" b="true">
                  <a:solidFill>
                    <a:srgbClr val="5E17EB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User Flow Diagrams</a:t>
              </a: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6154500" y="23213"/>
            <a:ext cx="2133500" cy="2133500"/>
          </a:xfrm>
          <a:custGeom>
            <a:avLst/>
            <a:gdLst/>
            <a:ahLst/>
            <a:cxnLst/>
            <a:rect r="r" b="b" t="t" l="l"/>
            <a:pathLst>
              <a:path h="2133500" w="2133500">
                <a:moveTo>
                  <a:pt x="0" y="0"/>
                </a:moveTo>
                <a:lnTo>
                  <a:pt x="2133500" y="0"/>
                </a:lnTo>
                <a:lnTo>
                  <a:pt x="2133500" y="2133500"/>
                </a:lnTo>
                <a:lnTo>
                  <a:pt x="0" y="21335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2601885" y="1463560"/>
            <a:ext cx="13084230" cy="7359879"/>
          </a:xfrm>
          <a:custGeom>
            <a:avLst/>
            <a:gdLst/>
            <a:ahLst/>
            <a:cxnLst/>
            <a:rect r="r" b="b" t="t" l="l"/>
            <a:pathLst>
              <a:path h="7359879" w="13084230">
                <a:moveTo>
                  <a:pt x="0" y="0"/>
                </a:moveTo>
                <a:lnTo>
                  <a:pt x="13084230" y="0"/>
                </a:lnTo>
                <a:lnTo>
                  <a:pt x="13084230" y="7359880"/>
                </a:lnTo>
                <a:lnTo>
                  <a:pt x="0" y="735988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51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27795" y="-549566"/>
            <a:ext cx="2789693" cy="1658599"/>
          </a:xfrm>
          <a:custGeom>
            <a:avLst/>
            <a:gdLst/>
            <a:ahLst/>
            <a:cxnLst/>
            <a:rect r="r" b="b" t="t" l="l"/>
            <a:pathLst>
              <a:path h="1658599" w="2789693">
                <a:moveTo>
                  <a:pt x="0" y="0"/>
                </a:moveTo>
                <a:lnTo>
                  <a:pt x="2789693" y="0"/>
                </a:lnTo>
                <a:lnTo>
                  <a:pt x="2789693" y="1658599"/>
                </a:lnTo>
                <a:lnTo>
                  <a:pt x="0" y="165859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060994" y="451930"/>
            <a:ext cx="2789693" cy="1658599"/>
          </a:xfrm>
          <a:custGeom>
            <a:avLst/>
            <a:gdLst/>
            <a:ahLst/>
            <a:cxnLst/>
            <a:rect r="r" b="b" t="t" l="l"/>
            <a:pathLst>
              <a:path h="1658599" w="2789693">
                <a:moveTo>
                  <a:pt x="0" y="0"/>
                </a:moveTo>
                <a:lnTo>
                  <a:pt x="2789692" y="0"/>
                </a:lnTo>
                <a:lnTo>
                  <a:pt x="2789692" y="1658600"/>
                </a:lnTo>
                <a:lnTo>
                  <a:pt x="0" y="16586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847471" y="-422617"/>
            <a:ext cx="2362646" cy="1404701"/>
          </a:xfrm>
          <a:custGeom>
            <a:avLst/>
            <a:gdLst/>
            <a:ahLst/>
            <a:cxnLst/>
            <a:rect r="r" b="b" t="t" l="l"/>
            <a:pathLst>
              <a:path h="1404701" w="2362646">
                <a:moveTo>
                  <a:pt x="0" y="0"/>
                </a:moveTo>
                <a:lnTo>
                  <a:pt x="2362646" y="0"/>
                </a:lnTo>
                <a:lnTo>
                  <a:pt x="2362646" y="1404701"/>
                </a:lnTo>
                <a:lnTo>
                  <a:pt x="0" y="14047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true" rot="0">
            <a:off x="15682795" y="9177967"/>
            <a:ext cx="2789693" cy="1658599"/>
          </a:xfrm>
          <a:custGeom>
            <a:avLst/>
            <a:gdLst/>
            <a:ahLst/>
            <a:cxnLst/>
            <a:rect r="r" b="b" t="t" l="l"/>
            <a:pathLst>
              <a:path h="1658599" w="2789693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true" rot="0">
            <a:off x="16559302" y="8234368"/>
            <a:ext cx="2789693" cy="1658599"/>
          </a:xfrm>
          <a:custGeom>
            <a:avLst/>
            <a:gdLst/>
            <a:ahLst/>
            <a:cxnLst/>
            <a:rect r="r" b="b" t="t" l="l"/>
            <a:pathLst>
              <a:path h="1658599" w="2789693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true" rot="0">
            <a:off x="16772825" y="9238143"/>
            <a:ext cx="2362646" cy="1404701"/>
          </a:xfrm>
          <a:custGeom>
            <a:avLst/>
            <a:gdLst/>
            <a:ahLst/>
            <a:cxnLst/>
            <a:rect r="r" b="b" t="t" l="l"/>
            <a:pathLst>
              <a:path h="1404701" w="2362646">
                <a:moveTo>
                  <a:pt x="2362646" y="1404701"/>
                </a:moveTo>
                <a:lnTo>
                  <a:pt x="0" y="1404701"/>
                </a:lnTo>
                <a:lnTo>
                  <a:pt x="0" y="0"/>
                </a:lnTo>
                <a:lnTo>
                  <a:pt x="2362646" y="0"/>
                </a:lnTo>
                <a:lnTo>
                  <a:pt x="2362646" y="1404701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3662787" y="23213"/>
            <a:ext cx="10795667" cy="1404045"/>
            <a:chOff x="0" y="0"/>
            <a:chExt cx="13007935" cy="1691764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3007935" cy="1691764"/>
            </a:xfrm>
            <a:custGeom>
              <a:avLst/>
              <a:gdLst/>
              <a:ahLst/>
              <a:cxnLst/>
              <a:rect r="r" b="b" t="t" l="l"/>
              <a:pathLst>
                <a:path h="1691764" w="13007935">
                  <a:moveTo>
                    <a:pt x="0" y="0"/>
                  </a:moveTo>
                  <a:lnTo>
                    <a:pt x="13007935" y="0"/>
                  </a:lnTo>
                  <a:lnTo>
                    <a:pt x="13007935" y="1691764"/>
                  </a:lnTo>
                  <a:lnTo>
                    <a:pt x="0" y="16917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7353" r="71881" b="3310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85725"/>
              <a:ext cx="13007935" cy="17774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000"/>
                </a:lnSpc>
              </a:pPr>
              <a:r>
                <a:rPr lang="en-US" sz="5000" b="true">
                  <a:solidFill>
                    <a:srgbClr val="5E17EB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Mobile Applications Prototyping</a:t>
              </a: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6154500" y="23213"/>
            <a:ext cx="2133500" cy="2133500"/>
          </a:xfrm>
          <a:custGeom>
            <a:avLst/>
            <a:gdLst/>
            <a:ahLst/>
            <a:cxnLst/>
            <a:rect r="r" b="b" t="t" l="l"/>
            <a:pathLst>
              <a:path h="2133500" w="2133500">
                <a:moveTo>
                  <a:pt x="0" y="0"/>
                </a:moveTo>
                <a:lnTo>
                  <a:pt x="2133500" y="0"/>
                </a:lnTo>
                <a:lnTo>
                  <a:pt x="2133500" y="2133500"/>
                </a:lnTo>
                <a:lnTo>
                  <a:pt x="0" y="21335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3114451" y="1666168"/>
            <a:ext cx="12059098" cy="7235459"/>
          </a:xfrm>
          <a:custGeom>
            <a:avLst/>
            <a:gdLst/>
            <a:ahLst/>
            <a:cxnLst/>
            <a:rect r="r" b="b" t="t" l="l"/>
            <a:pathLst>
              <a:path h="7235459" w="12059098">
                <a:moveTo>
                  <a:pt x="0" y="0"/>
                </a:moveTo>
                <a:lnTo>
                  <a:pt x="12059098" y="0"/>
                </a:lnTo>
                <a:lnTo>
                  <a:pt x="12059098" y="7235459"/>
                </a:lnTo>
                <a:lnTo>
                  <a:pt x="0" y="723545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51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27795" y="-549566"/>
            <a:ext cx="2789693" cy="1658599"/>
          </a:xfrm>
          <a:custGeom>
            <a:avLst/>
            <a:gdLst/>
            <a:ahLst/>
            <a:cxnLst/>
            <a:rect r="r" b="b" t="t" l="l"/>
            <a:pathLst>
              <a:path h="1658599" w="2789693">
                <a:moveTo>
                  <a:pt x="0" y="0"/>
                </a:moveTo>
                <a:lnTo>
                  <a:pt x="2789693" y="0"/>
                </a:lnTo>
                <a:lnTo>
                  <a:pt x="2789693" y="1658599"/>
                </a:lnTo>
                <a:lnTo>
                  <a:pt x="0" y="165859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060994" y="451930"/>
            <a:ext cx="2789693" cy="1658599"/>
          </a:xfrm>
          <a:custGeom>
            <a:avLst/>
            <a:gdLst/>
            <a:ahLst/>
            <a:cxnLst/>
            <a:rect r="r" b="b" t="t" l="l"/>
            <a:pathLst>
              <a:path h="1658599" w="2789693">
                <a:moveTo>
                  <a:pt x="0" y="0"/>
                </a:moveTo>
                <a:lnTo>
                  <a:pt x="2789692" y="0"/>
                </a:lnTo>
                <a:lnTo>
                  <a:pt x="2789692" y="1658600"/>
                </a:lnTo>
                <a:lnTo>
                  <a:pt x="0" y="16586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847471" y="-422617"/>
            <a:ext cx="2362646" cy="1404701"/>
          </a:xfrm>
          <a:custGeom>
            <a:avLst/>
            <a:gdLst/>
            <a:ahLst/>
            <a:cxnLst/>
            <a:rect r="r" b="b" t="t" l="l"/>
            <a:pathLst>
              <a:path h="1404701" w="2362646">
                <a:moveTo>
                  <a:pt x="0" y="0"/>
                </a:moveTo>
                <a:lnTo>
                  <a:pt x="2362646" y="0"/>
                </a:lnTo>
                <a:lnTo>
                  <a:pt x="2362646" y="1404701"/>
                </a:lnTo>
                <a:lnTo>
                  <a:pt x="0" y="14047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true" rot="0">
            <a:off x="15682795" y="9177967"/>
            <a:ext cx="2789693" cy="1658599"/>
          </a:xfrm>
          <a:custGeom>
            <a:avLst/>
            <a:gdLst/>
            <a:ahLst/>
            <a:cxnLst/>
            <a:rect r="r" b="b" t="t" l="l"/>
            <a:pathLst>
              <a:path h="1658599" w="2789693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true" rot="0">
            <a:off x="16559302" y="8234368"/>
            <a:ext cx="2789693" cy="1658599"/>
          </a:xfrm>
          <a:custGeom>
            <a:avLst/>
            <a:gdLst/>
            <a:ahLst/>
            <a:cxnLst/>
            <a:rect r="r" b="b" t="t" l="l"/>
            <a:pathLst>
              <a:path h="1658599" w="2789693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true" rot="0">
            <a:off x="16772825" y="9238143"/>
            <a:ext cx="2362646" cy="1404701"/>
          </a:xfrm>
          <a:custGeom>
            <a:avLst/>
            <a:gdLst/>
            <a:ahLst/>
            <a:cxnLst/>
            <a:rect r="r" b="b" t="t" l="l"/>
            <a:pathLst>
              <a:path h="1404701" w="2362646">
                <a:moveTo>
                  <a:pt x="2362646" y="1404701"/>
                </a:moveTo>
                <a:lnTo>
                  <a:pt x="0" y="1404701"/>
                </a:lnTo>
                <a:lnTo>
                  <a:pt x="0" y="0"/>
                </a:lnTo>
                <a:lnTo>
                  <a:pt x="2362646" y="0"/>
                </a:lnTo>
                <a:lnTo>
                  <a:pt x="2362646" y="1404701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3662787" y="23213"/>
            <a:ext cx="10795667" cy="1404045"/>
            <a:chOff x="0" y="0"/>
            <a:chExt cx="13007935" cy="1691764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3007935" cy="1691764"/>
            </a:xfrm>
            <a:custGeom>
              <a:avLst/>
              <a:gdLst/>
              <a:ahLst/>
              <a:cxnLst/>
              <a:rect r="r" b="b" t="t" l="l"/>
              <a:pathLst>
                <a:path h="1691764" w="13007935">
                  <a:moveTo>
                    <a:pt x="0" y="0"/>
                  </a:moveTo>
                  <a:lnTo>
                    <a:pt x="13007935" y="0"/>
                  </a:lnTo>
                  <a:lnTo>
                    <a:pt x="13007935" y="1691764"/>
                  </a:lnTo>
                  <a:lnTo>
                    <a:pt x="0" y="16917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7353" r="71881" b="3310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85725"/>
              <a:ext cx="13007935" cy="17774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000"/>
                </a:lnSpc>
              </a:pPr>
              <a:r>
                <a:rPr lang="en-US" sz="5000" b="true">
                  <a:solidFill>
                    <a:srgbClr val="5E17EB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Mobile Applications Prototyping</a:t>
              </a: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6154500" y="23213"/>
            <a:ext cx="2133500" cy="2133500"/>
          </a:xfrm>
          <a:custGeom>
            <a:avLst/>
            <a:gdLst/>
            <a:ahLst/>
            <a:cxnLst/>
            <a:rect r="r" b="b" t="t" l="l"/>
            <a:pathLst>
              <a:path h="2133500" w="2133500">
                <a:moveTo>
                  <a:pt x="0" y="0"/>
                </a:moveTo>
                <a:lnTo>
                  <a:pt x="2133500" y="0"/>
                </a:lnTo>
                <a:lnTo>
                  <a:pt x="2133500" y="2133500"/>
                </a:lnTo>
                <a:lnTo>
                  <a:pt x="0" y="21335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2795312" y="1733911"/>
            <a:ext cx="12530617" cy="7048472"/>
          </a:xfrm>
          <a:custGeom>
            <a:avLst/>
            <a:gdLst/>
            <a:ahLst/>
            <a:cxnLst/>
            <a:rect r="r" b="b" t="t" l="l"/>
            <a:pathLst>
              <a:path h="7048472" w="12530617">
                <a:moveTo>
                  <a:pt x="0" y="0"/>
                </a:moveTo>
                <a:lnTo>
                  <a:pt x="12530616" y="0"/>
                </a:lnTo>
                <a:lnTo>
                  <a:pt x="12530616" y="7048472"/>
                </a:lnTo>
                <a:lnTo>
                  <a:pt x="0" y="704847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51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27795" y="-549566"/>
            <a:ext cx="2789693" cy="1658599"/>
          </a:xfrm>
          <a:custGeom>
            <a:avLst/>
            <a:gdLst/>
            <a:ahLst/>
            <a:cxnLst/>
            <a:rect r="r" b="b" t="t" l="l"/>
            <a:pathLst>
              <a:path h="1658599" w="2789693">
                <a:moveTo>
                  <a:pt x="0" y="0"/>
                </a:moveTo>
                <a:lnTo>
                  <a:pt x="2789693" y="0"/>
                </a:lnTo>
                <a:lnTo>
                  <a:pt x="2789693" y="1658599"/>
                </a:lnTo>
                <a:lnTo>
                  <a:pt x="0" y="165859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060994" y="451930"/>
            <a:ext cx="2789693" cy="1658599"/>
          </a:xfrm>
          <a:custGeom>
            <a:avLst/>
            <a:gdLst/>
            <a:ahLst/>
            <a:cxnLst/>
            <a:rect r="r" b="b" t="t" l="l"/>
            <a:pathLst>
              <a:path h="1658599" w="2789693">
                <a:moveTo>
                  <a:pt x="0" y="0"/>
                </a:moveTo>
                <a:lnTo>
                  <a:pt x="2789692" y="0"/>
                </a:lnTo>
                <a:lnTo>
                  <a:pt x="2789692" y="1658600"/>
                </a:lnTo>
                <a:lnTo>
                  <a:pt x="0" y="16586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847471" y="-422617"/>
            <a:ext cx="2362646" cy="1404701"/>
          </a:xfrm>
          <a:custGeom>
            <a:avLst/>
            <a:gdLst/>
            <a:ahLst/>
            <a:cxnLst/>
            <a:rect r="r" b="b" t="t" l="l"/>
            <a:pathLst>
              <a:path h="1404701" w="2362646">
                <a:moveTo>
                  <a:pt x="0" y="0"/>
                </a:moveTo>
                <a:lnTo>
                  <a:pt x="2362646" y="0"/>
                </a:lnTo>
                <a:lnTo>
                  <a:pt x="2362646" y="1404701"/>
                </a:lnTo>
                <a:lnTo>
                  <a:pt x="0" y="14047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true" rot="0">
            <a:off x="15682795" y="9177967"/>
            <a:ext cx="2789693" cy="1658599"/>
          </a:xfrm>
          <a:custGeom>
            <a:avLst/>
            <a:gdLst/>
            <a:ahLst/>
            <a:cxnLst/>
            <a:rect r="r" b="b" t="t" l="l"/>
            <a:pathLst>
              <a:path h="1658599" w="2789693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true" rot="0">
            <a:off x="16559302" y="8234368"/>
            <a:ext cx="2789693" cy="1658599"/>
          </a:xfrm>
          <a:custGeom>
            <a:avLst/>
            <a:gdLst/>
            <a:ahLst/>
            <a:cxnLst/>
            <a:rect r="r" b="b" t="t" l="l"/>
            <a:pathLst>
              <a:path h="1658599" w="2789693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true" rot="0">
            <a:off x="16772825" y="9238143"/>
            <a:ext cx="2362646" cy="1404701"/>
          </a:xfrm>
          <a:custGeom>
            <a:avLst/>
            <a:gdLst/>
            <a:ahLst/>
            <a:cxnLst/>
            <a:rect r="r" b="b" t="t" l="l"/>
            <a:pathLst>
              <a:path h="1404701" w="2362646">
                <a:moveTo>
                  <a:pt x="2362646" y="1404701"/>
                </a:moveTo>
                <a:lnTo>
                  <a:pt x="0" y="1404701"/>
                </a:lnTo>
                <a:lnTo>
                  <a:pt x="0" y="0"/>
                </a:lnTo>
                <a:lnTo>
                  <a:pt x="2362646" y="0"/>
                </a:lnTo>
                <a:lnTo>
                  <a:pt x="2362646" y="1404701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3662787" y="23213"/>
            <a:ext cx="10795667" cy="1404045"/>
            <a:chOff x="0" y="0"/>
            <a:chExt cx="13007935" cy="1691764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3007935" cy="1691764"/>
            </a:xfrm>
            <a:custGeom>
              <a:avLst/>
              <a:gdLst/>
              <a:ahLst/>
              <a:cxnLst/>
              <a:rect r="r" b="b" t="t" l="l"/>
              <a:pathLst>
                <a:path h="1691764" w="13007935">
                  <a:moveTo>
                    <a:pt x="0" y="0"/>
                  </a:moveTo>
                  <a:lnTo>
                    <a:pt x="13007935" y="0"/>
                  </a:lnTo>
                  <a:lnTo>
                    <a:pt x="13007935" y="1691764"/>
                  </a:lnTo>
                  <a:lnTo>
                    <a:pt x="0" y="16917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7353" r="71881" b="3310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85725"/>
              <a:ext cx="13007935" cy="17774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000"/>
                </a:lnSpc>
              </a:pPr>
              <a:r>
                <a:rPr lang="en-US" sz="5000" b="true">
                  <a:solidFill>
                    <a:srgbClr val="5E17EB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Mobile Applications Prototyping</a:t>
              </a: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6154500" y="23213"/>
            <a:ext cx="2133500" cy="2133500"/>
          </a:xfrm>
          <a:custGeom>
            <a:avLst/>
            <a:gdLst/>
            <a:ahLst/>
            <a:cxnLst/>
            <a:rect r="r" b="b" t="t" l="l"/>
            <a:pathLst>
              <a:path h="2133500" w="2133500">
                <a:moveTo>
                  <a:pt x="0" y="0"/>
                </a:moveTo>
                <a:lnTo>
                  <a:pt x="2133500" y="0"/>
                </a:lnTo>
                <a:lnTo>
                  <a:pt x="2133500" y="2133500"/>
                </a:lnTo>
                <a:lnTo>
                  <a:pt x="0" y="21335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6219122" y="1192434"/>
            <a:ext cx="5682997" cy="8814832"/>
          </a:xfrm>
          <a:custGeom>
            <a:avLst/>
            <a:gdLst/>
            <a:ahLst/>
            <a:cxnLst/>
            <a:rect r="r" b="b" t="t" l="l"/>
            <a:pathLst>
              <a:path h="8814832" w="5682997">
                <a:moveTo>
                  <a:pt x="0" y="0"/>
                </a:moveTo>
                <a:lnTo>
                  <a:pt x="5682996" y="0"/>
                </a:lnTo>
                <a:lnTo>
                  <a:pt x="5682996" y="8814833"/>
                </a:lnTo>
                <a:lnTo>
                  <a:pt x="0" y="881483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519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27795" y="-549566"/>
            <a:ext cx="2789693" cy="1658599"/>
          </a:xfrm>
          <a:custGeom>
            <a:avLst/>
            <a:gdLst/>
            <a:ahLst/>
            <a:cxnLst/>
            <a:rect r="r" b="b" t="t" l="l"/>
            <a:pathLst>
              <a:path h="1658599" w="2789693">
                <a:moveTo>
                  <a:pt x="0" y="0"/>
                </a:moveTo>
                <a:lnTo>
                  <a:pt x="2789693" y="0"/>
                </a:lnTo>
                <a:lnTo>
                  <a:pt x="2789693" y="1658599"/>
                </a:lnTo>
                <a:lnTo>
                  <a:pt x="0" y="165859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060994" y="451930"/>
            <a:ext cx="2789693" cy="1658599"/>
          </a:xfrm>
          <a:custGeom>
            <a:avLst/>
            <a:gdLst/>
            <a:ahLst/>
            <a:cxnLst/>
            <a:rect r="r" b="b" t="t" l="l"/>
            <a:pathLst>
              <a:path h="1658599" w="2789693">
                <a:moveTo>
                  <a:pt x="0" y="0"/>
                </a:moveTo>
                <a:lnTo>
                  <a:pt x="2789692" y="0"/>
                </a:lnTo>
                <a:lnTo>
                  <a:pt x="2789692" y="1658600"/>
                </a:lnTo>
                <a:lnTo>
                  <a:pt x="0" y="16586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847471" y="-422617"/>
            <a:ext cx="2362646" cy="1404701"/>
          </a:xfrm>
          <a:custGeom>
            <a:avLst/>
            <a:gdLst/>
            <a:ahLst/>
            <a:cxnLst/>
            <a:rect r="r" b="b" t="t" l="l"/>
            <a:pathLst>
              <a:path h="1404701" w="2362646">
                <a:moveTo>
                  <a:pt x="0" y="0"/>
                </a:moveTo>
                <a:lnTo>
                  <a:pt x="2362646" y="0"/>
                </a:lnTo>
                <a:lnTo>
                  <a:pt x="2362646" y="1404701"/>
                </a:lnTo>
                <a:lnTo>
                  <a:pt x="0" y="14047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true" rot="0">
            <a:off x="15682795" y="9177967"/>
            <a:ext cx="2789693" cy="1658599"/>
          </a:xfrm>
          <a:custGeom>
            <a:avLst/>
            <a:gdLst/>
            <a:ahLst/>
            <a:cxnLst/>
            <a:rect r="r" b="b" t="t" l="l"/>
            <a:pathLst>
              <a:path h="1658599" w="2789693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true" rot="0">
            <a:off x="16559302" y="8234368"/>
            <a:ext cx="2789693" cy="1658599"/>
          </a:xfrm>
          <a:custGeom>
            <a:avLst/>
            <a:gdLst/>
            <a:ahLst/>
            <a:cxnLst/>
            <a:rect r="r" b="b" t="t" l="l"/>
            <a:pathLst>
              <a:path h="1658599" w="2789693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true" rot="0">
            <a:off x="16772825" y="9238143"/>
            <a:ext cx="2362646" cy="1404701"/>
          </a:xfrm>
          <a:custGeom>
            <a:avLst/>
            <a:gdLst/>
            <a:ahLst/>
            <a:cxnLst/>
            <a:rect r="r" b="b" t="t" l="l"/>
            <a:pathLst>
              <a:path h="1404701" w="2362646">
                <a:moveTo>
                  <a:pt x="2362646" y="1404701"/>
                </a:moveTo>
                <a:lnTo>
                  <a:pt x="0" y="1404701"/>
                </a:lnTo>
                <a:lnTo>
                  <a:pt x="0" y="0"/>
                </a:lnTo>
                <a:lnTo>
                  <a:pt x="2362646" y="0"/>
                </a:lnTo>
                <a:lnTo>
                  <a:pt x="2362646" y="1404701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3662787" y="23213"/>
            <a:ext cx="10795667" cy="1404045"/>
            <a:chOff x="0" y="0"/>
            <a:chExt cx="13007935" cy="1691764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3007935" cy="1691764"/>
            </a:xfrm>
            <a:custGeom>
              <a:avLst/>
              <a:gdLst/>
              <a:ahLst/>
              <a:cxnLst/>
              <a:rect r="r" b="b" t="t" l="l"/>
              <a:pathLst>
                <a:path h="1691764" w="13007935">
                  <a:moveTo>
                    <a:pt x="0" y="0"/>
                  </a:moveTo>
                  <a:lnTo>
                    <a:pt x="13007935" y="0"/>
                  </a:lnTo>
                  <a:lnTo>
                    <a:pt x="13007935" y="1691764"/>
                  </a:lnTo>
                  <a:lnTo>
                    <a:pt x="0" y="16917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7353" r="71881" b="3310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85725"/>
              <a:ext cx="13007935" cy="17774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000"/>
                </a:lnSpc>
              </a:pPr>
              <a:r>
                <a:rPr lang="en-US" sz="5000" b="true">
                  <a:solidFill>
                    <a:srgbClr val="5E17EB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Landing Page desplegada</a:t>
              </a: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6154500" y="23213"/>
            <a:ext cx="2133500" cy="2133500"/>
          </a:xfrm>
          <a:custGeom>
            <a:avLst/>
            <a:gdLst/>
            <a:ahLst/>
            <a:cxnLst/>
            <a:rect r="r" b="b" t="t" l="l"/>
            <a:pathLst>
              <a:path h="2133500" w="2133500">
                <a:moveTo>
                  <a:pt x="0" y="0"/>
                </a:moveTo>
                <a:lnTo>
                  <a:pt x="2133500" y="0"/>
                </a:lnTo>
                <a:lnTo>
                  <a:pt x="2133500" y="2133500"/>
                </a:lnTo>
                <a:lnTo>
                  <a:pt x="0" y="21335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2518505" y="2423234"/>
            <a:ext cx="13084230" cy="7286281"/>
          </a:xfrm>
          <a:custGeom>
            <a:avLst/>
            <a:gdLst/>
            <a:ahLst/>
            <a:cxnLst/>
            <a:rect r="r" b="b" t="t" l="l"/>
            <a:pathLst>
              <a:path h="7286281" w="13084230">
                <a:moveTo>
                  <a:pt x="0" y="0"/>
                </a:moveTo>
                <a:lnTo>
                  <a:pt x="13084230" y="0"/>
                </a:lnTo>
                <a:lnTo>
                  <a:pt x="13084230" y="7286280"/>
                </a:lnTo>
                <a:lnTo>
                  <a:pt x="0" y="728628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4311749" y="1472615"/>
            <a:ext cx="9664502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"/>
              </a:lnSpc>
              <a:spcBef>
                <a:spcPct val="0"/>
              </a:spcBef>
            </a:pPr>
            <a:r>
              <a:rPr lang="en-US" b="true" sz="3000" u="sng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  <a:hlinkClick r:id="rId7" tooltip="https://1acc0238-2620-4939.github.io/landing-page/"/>
              </a:rPr>
              <a:t>https://1acc0238-2620-4939.github.io/landing-page/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4E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27795" y="-549566"/>
            <a:ext cx="2789693" cy="1658599"/>
          </a:xfrm>
          <a:custGeom>
            <a:avLst/>
            <a:gdLst/>
            <a:ahLst/>
            <a:cxnLst/>
            <a:rect r="r" b="b" t="t" l="l"/>
            <a:pathLst>
              <a:path h="1658599" w="2789693">
                <a:moveTo>
                  <a:pt x="0" y="0"/>
                </a:moveTo>
                <a:lnTo>
                  <a:pt x="2789693" y="0"/>
                </a:lnTo>
                <a:lnTo>
                  <a:pt x="2789693" y="1658599"/>
                </a:lnTo>
                <a:lnTo>
                  <a:pt x="0" y="165859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15626102" y="-549566"/>
            <a:ext cx="2789693" cy="1658599"/>
          </a:xfrm>
          <a:custGeom>
            <a:avLst/>
            <a:gdLst/>
            <a:ahLst/>
            <a:cxnLst/>
            <a:rect r="r" b="b" t="t" l="l"/>
            <a:pathLst>
              <a:path h="1658599" w="2789693">
                <a:moveTo>
                  <a:pt x="2789693" y="0"/>
                </a:moveTo>
                <a:lnTo>
                  <a:pt x="0" y="0"/>
                </a:lnTo>
                <a:lnTo>
                  <a:pt x="0" y="1658599"/>
                </a:lnTo>
                <a:lnTo>
                  <a:pt x="2789693" y="1658599"/>
                </a:lnTo>
                <a:lnTo>
                  <a:pt x="2789693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1060994" y="451930"/>
            <a:ext cx="2789693" cy="1658599"/>
          </a:xfrm>
          <a:custGeom>
            <a:avLst/>
            <a:gdLst/>
            <a:ahLst/>
            <a:cxnLst/>
            <a:rect r="r" b="b" t="t" l="l"/>
            <a:pathLst>
              <a:path h="1658599" w="2789693">
                <a:moveTo>
                  <a:pt x="0" y="0"/>
                </a:moveTo>
                <a:lnTo>
                  <a:pt x="2789692" y="0"/>
                </a:lnTo>
                <a:lnTo>
                  <a:pt x="2789692" y="1658600"/>
                </a:lnTo>
                <a:lnTo>
                  <a:pt x="0" y="16586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false" rot="0">
            <a:off x="16559302" y="451930"/>
            <a:ext cx="2789693" cy="1658599"/>
          </a:xfrm>
          <a:custGeom>
            <a:avLst/>
            <a:gdLst/>
            <a:ahLst/>
            <a:cxnLst/>
            <a:rect r="r" b="b" t="t" l="l"/>
            <a:pathLst>
              <a:path h="1658599" w="2789693">
                <a:moveTo>
                  <a:pt x="2789692" y="0"/>
                </a:moveTo>
                <a:lnTo>
                  <a:pt x="0" y="0"/>
                </a:lnTo>
                <a:lnTo>
                  <a:pt x="0" y="1658600"/>
                </a:lnTo>
                <a:lnTo>
                  <a:pt x="2789692" y="1658600"/>
                </a:lnTo>
                <a:lnTo>
                  <a:pt x="278969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-847471" y="-422617"/>
            <a:ext cx="2362646" cy="1404701"/>
          </a:xfrm>
          <a:custGeom>
            <a:avLst/>
            <a:gdLst/>
            <a:ahLst/>
            <a:cxnLst/>
            <a:rect r="r" b="b" t="t" l="l"/>
            <a:pathLst>
              <a:path h="1404701" w="2362646">
                <a:moveTo>
                  <a:pt x="0" y="0"/>
                </a:moveTo>
                <a:lnTo>
                  <a:pt x="2362646" y="0"/>
                </a:lnTo>
                <a:lnTo>
                  <a:pt x="2362646" y="1404701"/>
                </a:lnTo>
                <a:lnTo>
                  <a:pt x="0" y="14047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false" rot="0">
            <a:off x="16772825" y="-422617"/>
            <a:ext cx="2362646" cy="1404701"/>
          </a:xfrm>
          <a:custGeom>
            <a:avLst/>
            <a:gdLst/>
            <a:ahLst/>
            <a:cxnLst/>
            <a:rect r="r" b="b" t="t" l="l"/>
            <a:pathLst>
              <a:path h="1404701" w="2362646">
                <a:moveTo>
                  <a:pt x="2362646" y="0"/>
                </a:moveTo>
                <a:lnTo>
                  <a:pt x="0" y="0"/>
                </a:lnTo>
                <a:lnTo>
                  <a:pt x="0" y="1404701"/>
                </a:lnTo>
                <a:lnTo>
                  <a:pt x="2362646" y="1404701"/>
                </a:lnTo>
                <a:lnTo>
                  <a:pt x="2362646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2992612" y="3751374"/>
            <a:ext cx="13303177" cy="24973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554"/>
              </a:lnSpc>
            </a:pPr>
            <a:r>
              <a:rPr lang="en-US" b="true" sz="17610">
                <a:solidFill>
                  <a:srgbClr val="5E17EB"/>
                </a:solidFill>
                <a:latin typeface="Codec Pro Ultra-Bold"/>
                <a:ea typeface="Codec Pro Ultra-Bold"/>
                <a:cs typeface="Codec Pro Ultra-Bold"/>
                <a:sym typeface="Codec Pro Ultra-Bold"/>
              </a:rPr>
              <a:t>GRACIAS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0" y="9416472"/>
            <a:ext cx="18288000" cy="870528"/>
          </a:xfrm>
          <a:custGeom>
            <a:avLst/>
            <a:gdLst/>
            <a:ahLst/>
            <a:cxnLst/>
            <a:rect r="r" b="b" t="t" l="l"/>
            <a:pathLst>
              <a:path h="870528" w="18288000">
                <a:moveTo>
                  <a:pt x="0" y="0"/>
                </a:moveTo>
                <a:lnTo>
                  <a:pt x="18288000" y="0"/>
                </a:lnTo>
                <a:lnTo>
                  <a:pt x="18288000" y="870528"/>
                </a:lnTo>
                <a:lnTo>
                  <a:pt x="0" y="87052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-2000794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6154500" y="23213"/>
            <a:ext cx="2133500" cy="2133500"/>
          </a:xfrm>
          <a:custGeom>
            <a:avLst/>
            <a:gdLst/>
            <a:ahLst/>
            <a:cxnLst/>
            <a:rect r="r" b="b" t="t" l="l"/>
            <a:pathLst>
              <a:path h="2133500" w="2133500">
                <a:moveTo>
                  <a:pt x="0" y="0"/>
                </a:moveTo>
                <a:lnTo>
                  <a:pt x="2133500" y="0"/>
                </a:lnTo>
                <a:lnTo>
                  <a:pt x="2133500" y="2133500"/>
                </a:lnTo>
                <a:lnTo>
                  <a:pt x="0" y="213350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DAHXFmVYItw</dc:identifier>
  <dcterms:modified xsi:type="dcterms:W3CDTF">2011-08-01T06:04:30Z</dcterms:modified>
  <cp:revision>1</cp:revision>
  <dc:title>upc-pre-202602-1acc0238-4939- Trakto- keynote-tb1</dc:title>
</cp:coreProperties>
</file>